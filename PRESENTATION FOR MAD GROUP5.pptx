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9" r:id="rId3"/>
    <p:sldId id="262" r:id="rId4"/>
    <p:sldId id="384" r:id="rId5"/>
    <p:sldId id="385" r:id="rId6"/>
    <p:sldId id="386" r:id="rId7"/>
    <p:sldId id="586" r:id="rId8"/>
    <p:sldId id="589" r:id="rId9"/>
  </p:sldIdLst>
  <p:sldSz type="screen4x3" cy="6858000" cx="9144000"/>
  <p:notesSz cx="6858000" cy="9144000"/>
  <p:defaultTextStyle>
    <a:defPPr>
      <a:defRPr lang="zh-CN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446" y="10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tableStyles" Target="tableStyle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41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4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4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85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zh-CN" lang="en-US" smtClean="0"/>
              <a:t>Click to edit Master subtitle style</a:t>
            </a:r>
            <a:endParaRPr dirty="0" lang="en-US"/>
          </a:p>
        </p:txBody>
      </p:sp>
      <p:sp>
        <p:nvSpPr>
          <p:cNvPr id="104858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8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8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500">
        <p:checker dir="horz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9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0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0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0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500">
        <p:checker dir="horz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15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/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500">
        <p:checker dir="horz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20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21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2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2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2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500">
        <p:checker dir="horz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26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27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2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29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30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31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3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500">
        <p:checker dir="horz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90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91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9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500">
        <p:checker dir="horz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500">
        <p:checker dir="horz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34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35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3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3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3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500">
        <p:checker dir="horz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04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r>
              <a:rPr altLang="zh-CN" lang="en-US" smtClean="0"/>
              <a:t>Click icon to add picture</a:t>
            </a:r>
            <a:endParaRPr dirty="0" lang="en-US"/>
          </a:p>
        </p:txBody>
      </p:sp>
      <p:sp>
        <p:nvSpPr>
          <p:cNvPr id="1048605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0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0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0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500">
        <p:checker dir="horz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1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500">
        <p:checker dir="horz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94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59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9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9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500">
        <p:checker dir="horz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lang="zh-C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500">
        <p:checker dir="horz"/>
      </p:transition>
    </mc:Choice>
    <mc:Fallback>
      <p:transition spd="slow">
        <p:fade/>
      </p:transition>
    </mc:Fallback>
  </mc:AlternateConten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5CD"/>
        </a:solidFill>
      </p:bgPr>
    </p:bg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"/>
          <p:cNvSpPr>
            <a:spLocks noGrp="1"/>
          </p:cNvSpPr>
          <p:nvPr>
            <p:ph type="title"/>
          </p:nvPr>
        </p:nvSpPr>
        <p:spPr>
          <a:xfrm>
            <a:off x="1041308" y="1198788"/>
            <a:ext cx="7061384" cy="3820036"/>
          </a:xfrm>
        </p:spPr>
        <p:txBody>
          <a:bodyPr/>
          <a:p>
            <a:r>
              <a:rPr lang="en-US"/>
              <a:t> </a:t>
            </a:r>
            <a:r>
              <a:rPr lang="en-US"/>
              <a:t> </a:t>
            </a:r>
            <a:r>
              <a:rPr lang="en-US"/>
              <a:t>E</a:t>
            </a:r>
            <a:r>
              <a:rPr lang="en-US"/>
              <a:t>M</a:t>
            </a:r>
            <a:r>
              <a:rPr lang="en-US"/>
              <a:t>E</a:t>
            </a:r>
            <a:r>
              <a:rPr lang="en-US"/>
              <a:t>R</a:t>
            </a:r>
            <a:r>
              <a:rPr lang="en-US"/>
              <a:t>G</a:t>
            </a:r>
            <a:r>
              <a:rPr lang="en-US"/>
              <a:t>E</a:t>
            </a:r>
            <a:r>
              <a:rPr lang="en-US"/>
              <a:t>N</a:t>
            </a:r>
            <a:r>
              <a:rPr lang="en-US"/>
              <a:t>C</a:t>
            </a:r>
            <a:r>
              <a:rPr lang="en-US"/>
              <a:t>Y</a:t>
            </a:r>
            <a:r>
              <a:rPr lang="en-US"/>
              <a:t> </a:t>
            </a:r>
            <a:r>
              <a:rPr lang="en-US"/>
              <a:t>L</a:t>
            </a:r>
            <a:r>
              <a:rPr lang="en-US"/>
              <a:t>O</a:t>
            </a:r>
            <a:r>
              <a:rPr lang="en-US"/>
              <a:t>C</a:t>
            </a:r>
            <a:r>
              <a:rPr lang="en-US"/>
              <a:t>A</a:t>
            </a:r>
            <a:r>
              <a:rPr lang="en-US"/>
              <a:t>T</a:t>
            </a:r>
            <a:r>
              <a:rPr lang="en-US"/>
              <a:t>O</a:t>
            </a:r>
            <a:r>
              <a:rPr lang="en-US"/>
              <a:t>R</a:t>
            </a:r>
            <a:br>
              <a:rPr lang="en-US"/>
            </a:b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A</a:t>
            </a:r>
            <a:r>
              <a:rPr lang="en-US"/>
              <a:t>P</a:t>
            </a:r>
            <a:r>
              <a:rPr lang="en-US"/>
              <a:t>P</a:t>
            </a:r>
            <a:endParaRPr lang="en-PH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500">
        <p:checker dir="horz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5CD"/>
        </a:solidFill>
      </p:bgPr>
    </p:bg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"/>
          <p:cNvSpPr>
            <a:spLocks noGrp="1"/>
          </p:cNvSpPr>
          <p:nvPr>
            <p:ph type="title"/>
          </p:nvPr>
        </p:nvSpPr>
        <p:spPr>
          <a:xfrm>
            <a:off x="706405" y="780906"/>
            <a:ext cx="7886700" cy="1325563"/>
          </a:xfrm>
        </p:spPr>
        <p:txBody>
          <a:bodyPr>
            <a:normAutofit fontScale="99091"/>
          </a:bodyPr>
          <a:p>
            <a:r>
              <a:rPr lang="en-US"/>
              <a:t>P</a:t>
            </a:r>
            <a:r>
              <a:rPr lang="en-US"/>
              <a:t>R</a:t>
            </a:r>
            <a:r>
              <a:rPr lang="en-US"/>
              <a:t>O</a:t>
            </a:r>
            <a:r>
              <a:rPr lang="en-US"/>
              <a:t>J</a:t>
            </a:r>
            <a:r>
              <a:rPr lang="en-US"/>
              <a:t>E</a:t>
            </a:r>
            <a:r>
              <a:rPr lang="en-US"/>
              <a:t>C</a:t>
            </a:r>
            <a:r>
              <a:rPr lang="en-US"/>
              <a:t>T</a:t>
            </a:r>
            <a:r>
              <a:rPr lang="en-US"/>
              <a:t> </a:t>
            </a:r>
            <a:r>
              <a:rPr lang="en-US"/>
              <a:t>O</a:t>
            </a:r>
            <a:r>
              <a:rPr lang="en-US"/>
              <a:t>V</a:t>
            </a:r>
            <a:r>
              <a:rPr lang="en-US"/>
              <a:t>E</a:t>
            </a:r>
            <a:r>
              <a:rPr lang="en-US"/>
              <a:t>R</a:t>
            </a:r>
            <a:r>
              <a:rPr lang="en-US"/>
              <a:t>V</a:t>
            </a:r>
            <a:r>
              <a:rPr lang="en-US"/>
              <a:t>I</a:t>
            </a:r>
            <a:r>
              <a:rPr lang="en-US"/>
              <a:t>E</a:t>
            </a:r>
            <a:r>
              <a:rPr lang="en-US"/>
              <a:t>W</a:t>
            </a:r>
            <a:br>
              <a:rPr lang="en-US"/>
            </a:br>
            <a:r>
              <a:rPr lang="en-US"/>
              <a:t>E</a:t>
            </a:r>
            <a:r>
              <a:rPr lang="en-US"/>
              <a:t>m</a:t>
            </a:r>
            <a:r>
              <a:rPr lang="en-US"/>
              <a:t>e</a:t>
            </a:r>
            <a:r>
              <a:rPr lang="en-US"/>
              <a:t>r</a:t>
            </a:r>
            <a:r>
              <a:rPr lang="en-US"/>
              <a:t>g</a:t>
            </a:r>
            <a:r>
              <a:rPr lang="en-US"/>
              <a:t>e</a:t>
            </a:r>
            <a:r>
              <a:rPr lang="en-US"/>
              <a:t>n</a:t>
            </a:r>
            <a:r>
              <a:rPr lang="en-US"/>
              <a:t>c</a:t>
            </a:r>
            <a:r>
              <a:rPr lang="en-US"/>
              <a:t>y</a:t>
            </a:r>
            <a:r>
              <a:rPr lang="en-US"/>
              <a:t> </a:t>
            </a:r>
            <a:r>
              <a:rPr lang="en-US"/>
              <a:t>L</a:t>
            </a:r>
            <a:r>
              <a:rPr lang="en-US"/>
              <a:t>o</a:t>
            </a:r>
            <a:r>
              <a:rPr lang="en-US"/>
              <a:t>c</a:t>
            </a:r>
            <a:r>
              <a:rPr lang="en-US"/>
              <a:t>a</a:t>
            </a:r>
            <a:r>
              <a:rPr lang="en-US"/>
              <a:t>t</a:t>
            </a:r>
            <a:r>
              <a:rPr lang="en-US"/>
              <a:t>o</a:t>
            </a:r>
            <a:r>
              <a:rPr lang="en-US"/>
              <a:t>r</a:t>
            </a:r>
            <a:r>
              <a:rPr lang="en-US"/>
              <a:t> </a:t>
            </a:r>
            <a:r>
              <a:rPr lang="en-US"/>
              <a:t>A</a:t>
            </a:r>
            <a:r>
              <a:rPr lang="en-US"/>
              <a:t>P</a:t>
            </a:r>
            <a:r>
              <a:rPr lang="en-US"/>
              <a:t>P</a:t>
            </a:r>
            <a:endParaRPr lang="en-PH"/>
          </a:p>
        </p:txBody>
      </p:sp>
      <p:sp>
        <p:nvSpPr>
          <p:cNvPr id="1048654" name=""/>
          <p:cNvSpPr>
            <a:spLocks noGrp="1"/>
          </p:cNvSpPr>
          <p:nvPr>
            <p:ph idx="1"/>
          </p:nvPr>
        </p:nvSpPr>
        <p:spPr>
          <a:xfrm>
            <a:off x="607098" y="2808963"/>
            <a:ext cx="7929805" cy="1903744"/>
          </a:xfrm>
        </p:spPr>
        <p:txBody>
          <a:bodyPr/>
          <a:p>
            <a:r>
              <a:rPr lang="en-US"/>
              <a:t>A</a:t>
            </a:r>
            <a:r>
              <a:rPr lang="en-US"/>
              <a:t> </a:t>
            </a:r>
            <a:r>
              <a:rPr lang="en-US"/>
              <a:t>m</a:t>
            </a:r>
            <a:r>
              <a:rPr lang="en-US"/>
              <a:t>o</a:t>
            </a:r>
            <a:r>
              <a:rPr lang="en-US"/>
              <a:t>b</a:t>
            </a:r>
            <a:r>
              <a:rPr lang="en-US"/>
              <a:t>i</a:t>
            </a:r>
            <a:r>
              <a:rPr lang="en-US"/>
              <a:t>l</a:t>
            </a:r>
            <a:r>
              <a:rPr lang="en-US"/>
              <a:t>e</a:t>
            </a:r>
            <a:r>
              <a:rPr lang="en-US"/>
              <a:t> </a:t>
            </a:r>
            <a:r>
              <a:rPr lang="en-US"/>
              <a:t>a</a:t>
            </a:r>
            <a:r>
              <a:rPr lang="en-US"/>
              <a:t>p</a:t>
            </a:r>
            <a:r>
              <a:rPr lang="en-US"/>
              <a:t>p</a:t>
            </a:r>
            <a:r>
              <a:rPr lang="en-US"/>
              <a:t>l</a:t>
            </a:r>
            <a:r>
              <a:rPr lang="en-US"/>
              <a:t>i</a:t>
            </a:r>
            <a:r>
              <a:rPr lang="en-US"/>
              <a:t>c</a:t>
            </a:r>
            <a:r>
              <a:rPr lang="en-US"/>
              <a:t>a</a:t>
            </a:r>
            <a:r>
              <a:rPr lang="en-US"/>
              <a:t>t</a:t>
            </a:r>
            <a:r>
              <a:rPr lang="en-US"/>
              <a:t>i</a:t>
            </a:r>
            <a:r>
              <a:rPr lang="en-US"/>
              <a:t>o</a:t>
            </a:r>
            <a:r>
              <a:rPr lang="en-US"/>
              <a:t>n</a:t>
            </a:r>
            <a:r>
              <a:rPr lang="en-US"/>
              <a:t> </a:t>
            </a:r>
            <a:r>
              <a:rPr lang="en-US"/>
              <a:t>f</a:t>
            </a:r>
            <a:r>
              <a:rPr lang="en-US"/>
              <a:t>o</a:t>
            </a:r>
            <a:r>
              <a:rPr lang="en-US"/>
              <a:t>r</a:t>
            </a:r>
            <a:r>
              <a:rPr lang="en-US"/>
              <a:t> </a:t>
            </a:r>
            <a:r>
              <a:rPr lang="en-US"/>
              <a:t>l</a:t>
            </a:r>
            <a:r>
              <a:rPr lang="en-US"/>
              <a:t>o</a:t>
            </a:r>
            <a:r>
              <a:rPr lang="en-US"/>
              <a:t>c</a:t>
            </a:r>
            <a:r>
              <a:rPr lang="en-US"/>
              <a:t>a</a:t>
            </a:r>
            <a:r>
              <a:rPr lang="en-US"/>
              <a:t>t</a:t>
            </a:r>
            <a:r>
              <a:rPr lang="en-US"/>
              <a:t>i</a:t>
            </a:r>
            <a:r>
              <a:rPr lang="en-US"/>
              <a:t>n</a:t>
            </a:r>
            <a:r>
              <a:rPr lang="en-US"/>
              <a:t>g</a:t>
            </a:r>
            <a:r>
              <a:rPr lang="en-US"/>
              <a:t> </a:t>
            </a:r>
            <a:r>
              <a:rPr lang="en-US"/>
              <a:t>i</a:t>
            </a:r>
            <a:r>
              <a:rPr lang="en-US"/>
              <a:t>m</a:t>
            </a:r>
            <a:r>
              <a:rPr lang="en-US"/>
              <a:t>p</a:t>
            </a:r>
            <a:r>
              <a:rPr lang="en-US"/>
              <a:t>o</a:t>
            </a:r>
            <a:r>
              <a:rPr lang="en-US"/>
              <a:t>r</a:t>
            </a:r>
            <a:r>
              <a:rPr lang="en-US"/>
              <a:t>t</a:t>
            </a:r>
            <a:r>
              <a:rPr lang="en-US"/>
              <a:t>a</a:t>
            </a:r>
            <a:r>
              <a:rPr lang="en-US"/>
              <a:t>n</a:t>
            </a:r>
            <a:r>
              <a:rPr lang="en-US"/>
              <a:t>t</a:t>
            </a:r>
            <a:r>
              <a:rPr lang="en-US"/>
              <a:t> </a:t>
            </a:r>
            <a:r>
              <a:rPr lang="en-US"/>
              <a:t>f</a:t>
            </a:r>
            <a:r>
              <a:rPr lang="en-US"/>
              <a:t>a</a:t>
            </a:r>
            <a:r>
              <a:rPr lang="en-US"/>
              <a:t>c</a:t>
            </a:r>
            <a:r>
              <a:rPr lang="en-US"/>
              <a:t>i</a:t>
            </a:r>
            <a:r>
              <a:rPr lang="en-US"/>
              <a:t>l</a:t>
            </a:r>
            <a:r>
              <a:rPr lang="en-US"/>
              <a:t>i</a:t>
            </a:r>
            <a:r>
              <a:rPr lang="en-US"/>
              <a:t>t</a:t>
            </a:r>
            <a:r>
              <a:rPr lang="en-US"/>
              <a:t>i</a:t>
            </a:r>
            <a:r>
              <a:rPr lang="en-US"/>
              <a:t>e</a:t>
            </a:r>
            <a:r>
              <a:rPr lang="en-US"/>
              <a:t>s</a:t>
            </a:r>
            <a:r>
              <a:rPr lang="en-US"/>
              <a:t>.</a:t>
            </a:r>
            <a:endParaRPr lang="en-PH"/>
          </a:p>
          <a:p>
            <a:r>
              <a:rPr lang="en-US"/>
              <a:t>P</a:t>
            </a:r>
            <a:r>
              <a:rPr lang="en-US"/>
              <a:t>r</a:t>
            </a:r>
            <a:r>
              <a:rPr lang="en-US"/>
              <a:t>o</a:t>
            </a:r>
            <a:r>
              <a:rPr lang="en-US"/>
              <a:t>v</a:t>
            </a:r>
            <a:r>
              <a:rPr lang="en-US"/>
              <a:t>i</a:t>
            </a:r>
            <a:r>
              <a:rPr lang="en-US"/>
              <a:t>d</a:t>
            </a:r>
            <a:r>
              <a:rPr lang="en-US"/>
              <a:t>e</a:t>
            </a:r>
            <a:r>
              <a:rPr lang="en-US"/>
              <a:t>s</a:t>
            </a:r>
            <a:r>
              <a:rPr lang="en-US"/>
              <a:t> </a:t>
            </a:r>
            <a:r>
              <a:rPr lang="en-US"/>
              <a:t>a</a:t>
            </a:r>
            <a:r>
              <a:rPr lang="en-US"/>
              <a:t>c</a:t>
            </a:r>
            <a:r>
              <a:rPr lang="en-US"/>
              <a:t>c</a:t>
            </a:r>
            <a:r>
              <a:rPr lang="en-US"/>
              <a:t>e</a:t>
            </a:r>
            <a:r>
              <a:rPr lang="en-US"/>
              <a:t>s</a:t>
            </a:r>
            <a:r>
              <a:rPr lang="en-US"/>
              <a:t>i</a:t>
            </a:r>
            <a:r>
              <a:rPr lang="en-US"/>
              <a:t>b</a:t>
            </a:r>
            <a:r>
              <a:rPr lang="en-US"/>
              <a:t>l</a:t>
            </a:r>
            <a:r>
              <a:rPr lang="en-US"/>
              <a:t>e</a:t>
            </a:r>
            <a:r>
              <a:rPr lang="en-US"/>
              <a:t> </a:t>
            </a:r>
            <a:r>
              <a:rPr lang="en-US"/>
              <a:t>l</a:t>
            </a:r>
            <a:r>
              <a:rPr lang="en-US"/>
              <a:t>o</a:t>
            </a:r>
            <a:r>
              <a:rPr lang="en-US"/>
              <a:t>c</a:t>
            </a:r>
            <a:r>
              <a:rPr lang="en-US"/>
              <a:t>a</a:t>
            </a:r>
            <a:r>
              <a:rPr lang="en-US"/>
              <a:t>t</a:t>
            </a:r>
            <a:r>
              <a:rPr lang="en-US"/>
              <a:t>i</a:t>
            </a:r>
            <a:r>
              <a:rPr lang="en-US"/>
              <a:t>o</a:t>
            </a:r>
            <a:r>
              <a:rPr lang="en-US"/>
              <a:t>n</a:t>
            </a:r>
            <a:r>
              <a:rPr lang="en-US"/>
              <a:t> </a:t>
            </a:r>
            <a:r>
              <a:rPr lang="en-US"/>
              <a:t>i</a:t>
            </a:r>
            <a:r>
              <a:rPr lang="en-US"/>
              <a:t>n</a:t>
            </a:r>
            <a:r>
              <a:rPr lang="en-US"/>
              <a:t>f</a:t>
            </a:r>
            <a:r>
              <a:rPr lang="en-US"/>
              <a:t>o</a:t>
            </a:r>
            <a:r>
              <a:rPr lang="en-US"/>
              <a:t>r</a:t>
            </a:r>
            <a:r>
              <a:rPr lang="en-US"/>
              <a:t>m</a:t>
            </a:r>
            <a:r>
              <a:rPr lang="en-US"/>
              <a:t>a</a:t>
            </a:r>
            <a:r>
              <a:rPr lang="en-US"/>
              <a:t>t</a:t>
            </a:r>
            <a:r>
              <a:rPr lang="en-US"/>
              <a:t>i</a:t>
            </a:r>
            <a:r>
              <a:rPr lang="en-US"/>
              <a:t>o</a:t>
            </a:r>
            <a:r>
              <a:rPr lang="en-US"/>
              <a:t>n</a:t>
            </a:r>
            <a:r>
              <a:rPr lang="en-US"/>
              <a:t>.</a:t>
            </a:r>
            <a:endParaRPr lang="en-PH"/>
          </a:p>
          <a:p>
            <a:r>
              <a:rPr lang="en-US"/>
              <a:t>H</a:t>
            </a:r>
            <a:r>
              <a:rPr lang="en-US"/>
              <a:t>e</a:t>
            </a:r>
            <a:r>
              <a:rPr lang="en-US"/>
              <a:t>l</a:t>
            </a:r>
            <a:r>
              <a:rPr lang="en-US"/>
              <a:t>p</a:t>
            </a:r>
            <a:r>
              <a:rPr lang="en-US"/>
              <a:t>s</a:t>
            </a:r>
            <a:r>
              <a:rPr lang="en-US"/>
              <a:t> </a:t>
            </a:r>
            <a:r>
              <a:rPr lang="en-US"/>
              <a:t>u</a:t>
            </a:r>
            <a:r>
              <a:rPr lang="en-US"/>
              <a:t>s</a:t>
            </a:r>
            <a:r>
              <a:rPr lang="en-US"/>
              <a:t>e</a:t>
            </a:r>
            <a:r>
              <a:rPr lang="en-US"/>
              <a:t>s</a:t>
            </a:r>
            <a:r>
              <a:rPr lang="en-US"/>
              <a:t> </a:t>
            </a:r>
            <a:r>
              <a:rPr lang="en-US"/>
              <a:t>f</a:t>
            </a:r>
            <a:r>
              <a:rPr lang="en-US"/>
              <a:t>i</a:t>
            </a:r>
            <a:r>
              <a:rPr lang="en-US"/>
              <a:t>n</a:t>
            </a:r>
            <a:r>
              <a:rPr lang="en-US"/>
              <a:t>d</a:t>
            </a:r>
            <a:r>
              <a:rPr lang="en-US"/>
              <a:t> </a:t>
            </a:r>
            <a:r>
              <a:rPr lang="en-US"/>
              <a:t>f</a:t>
            </a:r>
            <a:r>
              <a:rPr lang="en-US"/>
              <a:t>a</a:t>
            </a:r>
            <a:r>
              <a:rPr lang="en-US"/>
              <a:t>c</a:t>
            </a:r>
            <a:r>
              <a:rPr lang="en-US"/>
              <a:t>i</a:t>
            </a:r>
            <a:r>
              <a:rPr lang="en-US"/>
              <a:t>l</a:t>
            </a:r>
            <a:r>
              <a:rPr lang="en-US"/>
              <a:t>i</a:t>
            </a:r>
            <a:r>
              <a:rPr lang="en-US"/>
              <a:t>t</a:t>
            </a:r>
            <a:r>
              <a:rPr lang="en-US"/>
              <a:t>i</a:t>
            </a:r>
            <a:r>
              <a:rPr lang="en-US"/>
              <a:t>e</a:t>
            </a:r>
            <a:r>
              <a:rPr lang="en-US"/>
              <a:t>s</a:t>
            </a:r>
            <a:r>
              <a:rPr lang="en-US"/>
              <a:t> </a:t>
            </a:r>
            <a:r>
              <a:rPr lang="en-US"/>
              <a:t>i</a:t>
            </a:r>
            <a:r>
              <a:rPr lang="en-US"/>
              <a:t>n</a:t>
            </a:r>
            <a:r>
              <a:rPr lang="en-US"/>
              <a:t> </a:t>
            </a:r>
            <a:r>
              <a:rPr lang="en-US"/>
              <a:t>u</a:t>
            </a:r>
            <a:r>
              <a:rPr lang="en-US"/>
              <a:t>n</a:t>
            </a:r>
            <a:r>
              <a:rPr lang="en-US"/>
              <a:t>f</a:t>
            </a:r>
            <a:r>
              <a:rPr lang="en-US"/>
              <a:t>a</a:t>
            </a:r>
            <a:r>
              <a:rPr lang="en-US"/>
              <a:t>m</a:t>
            </a:r>
            <a:r>
              <a:rPr lang="en-US"/>
              <a:t>i</a:t>
            </a:r>
            <a:r>
              <a:rPr lang="en-US"/>
              <a:t>l</a:t>
            </a:r>
            <a:r>
              <a:rPr lang="en-US"/>
              <a:t>l</a:t>
            </a:r>
            <a:r>
              <a:rPr lang="en-US"/>
              <a:t>i</a:t>
            </a:r>
            <a:r>
              <a:rPr lang="en-US"/>
              <a:t>a</a:t>
            </a:r>
            <a:r>
              <a:rPr lang="en-US"/>
              <a:t>r</a:t>
            </a:r>
            <a:r>
              <a:rPr lang="en-US"/>
              <a:t> </a:t>
            </a:r>
            <a:r>
              <a:rPr lang="en-US"/>
              <a:t>a</a:t>
            </a:r>
            <a:r>
              <a:rPr lang="en-US"/>
              <a:t>r</a:t>
            </a:r>
            <a:r>
              <a:rPr lang="en-US"/>
              <a:t>e</a:t>
            </a:r>
            <a:r>
              <a:rPr lang="en-US"/>
              <a:t>a</a:t>
            </a:r>
            <a:r>
              <a:rPr lang="en-US"/>
              <a:t>s</a:t>
            </a:r>
            <a:r>
              <a:rPr lang="en-US"/>
              <a:t>.</a:t>
            </a:r>
            <a:endParaRPr lang="en-PH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500">
        <p:checker dir="horz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5CD"/>
        </a:solidFill>
      </p:bgPr>
    </p:bg>
    <p:spTree>
      <p:nvGrpSpPr>
        <p:cNvPr id="1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"/>
          <p:cNvSpPr>
            <a:spLocks noGrp="1"/>
          </p:cNvSpPr>
          <p:nvPr>
            <p:ph type="title"/>
          </p:nvPr>
        </p:nvSpPr>
        <p:spPr>
          <a:xfrm>
            <a:off x="628649" y="576862"/>
            <a:ext cx="7886700" cy="1325563"/>
          </a:xfrm>
        </p:spPr>
        <p:txBody>
          <a:bodyPr>
            <a:normAutofit fontScale="90000"/>
          </a:bodyPr>
          <a:p>
            <a:r>
              <a:rPr lang="en-US"/>
              <a:t>P</a:t>
            </a:r>
            <a:r>
              <a:rPr lang="en-US"/>
              <a:t>R</a:t>
            </a:r>
            <a:r>
              <a:rPr lang="en-US"/>
              <a:t>O</a:t>
            </a:r>
            <a:r>
              <a:rPr lang="en-US"/>
              <a:t>J</a:t>
            </a:r>
            <a:r>
              <a:rPr lang="en-US"/>
              <a:t>E</a:t>
            </a:r>
            <a:r>
              <a:rPr lang="en-US"/>
              <a:t>C</a:t>
            </a:r>
            <a:r>
              <a:rPr lang="en-US"/>
              <a:t>T</a:t>
            </a:r>
            <a:r>
              <a:rPr lang="en-US"/>
              <a:t> </a:t>
            </a:r>
            <a:r>
              <a:rPr lang="en-US"/>
              <a:t>S</a:t>
            </a:r>
            <a:r>
              <a:rPr lang="en-US"/>
              <a:t>C</a:t>
            </a:r>
            <a:r>
              <a:rPr lang="en-US"/>
              <a:t>O</a:t>
            </a:r>
            <a:r>
              <a:rPr lang="en-US"/>
              <a:t>P</a:t>
            </a:r>
            <a:r>
              <a:rPr lang="en-US"/>
              <a:t>E</a:t>
            </a:r>
            <a:br>
              <a:rPr lang="en-US"/>
            </a:br>
            <a:br>
              <a:rPr lang="en-US"/>
            </a:br>
            <a:r>
              <a:rPr lang="en-US"/>
              <a:t>W</a:t>
            </a:r>
            <a:r>
              <a:rPr lang="en-US"/>
              <a:t>h</a:t>
            </a:r>
            <a:r>
              <a:rPr lang="en-US"/>
              <a:t>y</a:t>
            </a:r>
            <a:r>
              <a:rPr lang="en-US"/>
              <a:t> </a:t>
            </a:r>
            <a:r>
              <a:rPr lang="en-US"/>
              <a:t>B</a:t>
            </a:r>
            <a:r>
              <a:rPr lang="en-US"/>
              <a:t>U</a:t>
            </a:r>
            <a:r>
              <a:rPr lang="en-US"/>
              <a:t>L</a:t>
            </a:r>
            <a:r>
              <a:rPr lang="en-US"/>
              <a:t>A</a:t>
            </a:r>
            <a:r>
              <a:rPr lang="en-US"/>
              <a:t>C</a:t>
            </a:r>
            <a:r>
              <a:rPr lang="en-US"/>
              <a:t>A</a:t>
            </a:r>
            <a:r>
              <a:rPr lang="en-US"/>
              <a:t>N</a:t>
            </a:r>
            <a:r>
              <a:rPr lang="en-US"/>
              <a:t>?</a:t>
            </a:r>
            <a:endParaRPr lang="en-PH"/>
          </a:p>
        </p:txBody>
      </p:sp>
      <p:sp>
        <p:nvSpPr>
          <p:cNvPr id="1048665" name=""/>
          <p:cNvSpPr>
            <a:spLocks noGrp="1"/>
          </p:cNvSpPr>
          <p:nvPr>
            <p:ph idx="1"/>
          </p:nvPr>
        </p:nvSpPr>
        <p:spPr>
          <a:xfrm>
            <a:off x="474624" y="2448984"/>
            <a:ext cx="7497699" cy="3658428"/>
          </a:xfrm>
        </p:spPr>
        <p:txBody>
          <a:bodyPr/>
          <a:p>
            <a:r>
              <a:rPr lang="en-US"/>
              <a:t>P</a:t>
            </a:r>
            <a:r>
              <a:rPr lang="en-US"/>
              <a:t>r</a:t>
            </a:r>
            <a:r>
              <a:rPr lang="en-US"/>
              <a:t>i</a:t>
            </a:r>
            <a:r>
              <a:rPr lang="en-US"/>
              <a:t>m</a:t>
            </a:r>
            <a:r>
              <a:rPr lang="en-US"/>
              <a:t>a</a:t>
            </a:r>
            <a:r>
              <a:rPr lang="en-US"/>
              <a:t>r</a:t>
            </a:r>
            <a:r>
              <a:rPr lang="en-US"/>
              <a:t>y</a:t>
            </a:r>
            <a:r>
              <a:rPr lang="en-US"/>
              <a:t> </a:t>
            </a:r>
            <a:r>
              <a:rPr lang="en-US"/>
              <a:t>a</a:t>
            </a:r>
            <a:r>
              <a:rPr lang="en-US"/>
              <a:t>r</a:t>
            </a:r>
            <a:r>
              <a:rPr lang="en-US"/>
              <a:t>e</a:t>
            </a:r>
            <a:r>
              <a:rPr lang="en-US"/>
              <a:t>a</a:t>
            </a:r>
            <a:r>
              <a:rPr lang="en-US"/>
              <a:t> </a:t>
            </a:r>
            <a:r>
              <a:rPr lang="en-US"/>
              <a:t>o</a:t>
            </a:r>
            <a:r>
              <a:rPr lang="en-US"/>
              <a:t>f</a:t>
            </a:r>
            <a:r>
              <a:rPr lang="en-US"/>
              <a:t> </a:t>
            </a:r>
            <a:r>
              <a:rPr lang="en-US"/>
              <a:t>f</a:t>
            </a:r>
            <a:r>
              <a:rPr lang="en-US"/>
              <a:t>o</a:t>
            </a:r>
            <a:r>
              <a:rPr lang="en-US"/>
              <a:t>c</a:t>
            </a:r>
            <a:r>
              <a:rPr lang="en-US"/>
              <a:t>u</a:t>
            </a:r>
            <a:r>
              <a:rPr lang="en-US"/>
              <a:t>s</a:t>
            </a:r>
            <a:endParaRPr lang="en-PH"/>
          </a:p>
          <a:p>
            <a:r>
              <a:rPr lang="en-US"/>
              <a:t>T</a:t>
            </a:r>
            <a:r>
              <a:rPr lang="en-US"/>
              <a:t>e</a:t>
            </a:r>
            <a:r>
              <a:rPr lang="en-US"/>
              <a:t>s</a:t>
            </a:r>
            <a:r>
              <a:rPr lang="en-US"/>
              <a:t>t</a:t>
            </a:r>
            <a:r>
              <a:rPr lang="en-US"/>
              <a:t>i</a:t>
            </a:r>
            <a:r>
              <a:rPr lang="en-US"/>
              <a:t>n</a:t>
            </a:r>
            <a:r>
              <a:rPr lang="en-US"/>
              <a:t>g</a:t>
            </a:r>
            <a:r>
              <a:rPr lang="en-US"/>
              <a:t> </a:t>
            </a:r>
            <a:r>
              <a:rPr lang="en-US"/>
              <a:t>a</a:t>
            </a:r>
            <a:r>
              <a:rPr lang="en-US"/>
              <a:t>n</a:t>
            </a:r>
            <a:r>
              <a:rPr lang="en-US"/>
              <a:t>d</a:t>
            </a:r>
            <a:r>
              <a:rPr lang="en-US"/>
              <a:t> </a:t>
            </a:r>
            <a:r>
              <a:rPr lang="en-US"/>
              <a:t>v</a:t>
            </a:r>
            <a:r>
              <a:rPr lang="en-US"/>
              <a:t>a</a:t>
            </a:r>
            <a:r>
              <a:rPr lang="en-US"/>
              <a:t>l</a:t>
            </a:r>
            <a:r>
              <a:rPr lang="en-US"/>
              <a:t>i</a:t>
            </a:r>
            <a:r>
              <a:rPr lang="en-US"/>
              <a:t>d</a:t>
            </a:r>
            <a:r>
              <a:rPr lang="en-US"/>
              <a:t>a</a:t>
            </a:r>
            <a:r>
              <a:rPr lang="en-US"/>
              <a:t>t</a:t>
            </a:r>
            <a:r>
              <a:rPr lang="en-US"/>
              <a:t>i</a:t>
            </a:r>
            <a:r>
              <a:rPr lang="en-US"/>
              <a:t>o</a:t>
            </a:r>
            <a:r>
              <a:rPr lang="en-US"/>
              <a:t>n</a:t>
            </a:r>
            <a:r>
              <a:rPr lang="en-US"/>
              <a:t> </a:t>
            </a:r>
            <a:r>
              <a:rPr lang="en-US"/>
              <a:t>o</a:t>
            </a:r>
            <a:r>
              <a:rPr lang="en-US"/>
              <a:t>f</a:t>
            </a:r>
            <a:r>
              <a:rPr lang="en-US"/>
              <a:t> </a:t>
            </a:r>
            <a:r>
              <a:rPr lang="en-US"/>
              <a:t>f</a:t>
            </a:r>
            <a:r>
              <a:rPr lang="en-US"/>
              <a:t>u</a:t>
            </a:r>
            <a:r>
              <a:rPr lang="en-US"/>
              <a:t>n</a:t>
            </a:r>
            <a:r>
              <a:rPr lang="en-US"/>
              <a:t>c</a:t>
            </a:r>
            <a:r>
              <a:rPr lang="en-US"/>
              <a:t>t</a:t>
            </a:r>
            <a:r>
              <a:rPr lang="en-US"/>
              <a:t>i</a:t>
            </a:r>
            <a:r>
              <a:rPr lang="en-US"/>
              <a:t>o</a:t>
            </a:r>
            <a:r>
              <a:rPr lang="en-US"/>
              <a:t>n</a:t>
            </a:r>
            <a:r>
              <a:rPr lang="en-US"/>
              <a:t>a</a:t>
            </a:r>
            <a:r>
              <a:rPr lang="en-US"/>
              <a:t>l</a:t>
            </a:r>
            <a:r>
              <a:rPr lang="en-US"/>
              <a:t>l</a:t>
            </a:r>
            <a:r>
              <a:rPr lang="en-US"/>
              <a:t>y</a:t>
            </a:r>
            <a:endParaRPr lang="en-PH"/>
          </a:p>
          <a:p>
            <a:r>
              <a:rPr lang="en-US"/>
              <a:t>E</a:t>
            </a:r>
            <a:r>
              <a:rPr lang="en-US"/>
              <a:t>v</a:t>
            </a:r>
            <a:r>
              <a:rPr lang="en-US"/>
              <a:t>a</a:t>
            </a:r>
            <a:r>
              <a:rPr lang="en-US"/>
              <a:t>l</a:t>
            </a:r>
            <a:r>
              <a:rPr lang="en-US"/>
              <a:t>u</a:t>
            </a:r>
            <a:r>
              <a:rPr lang="en-US"/>
              <a:t>a</a:t>
            </a:r>
            <a:r>
              <a:rPr lang="en-US"/>
              <a:t>t</a:t>
            </a:r>
            <a:r>
              <a:rPr lang="en-US"/>
              <a:t>i</a:t>
            </a:r>
            <a:r>
              <a:rPr lang="en-US"/>
              <a:t>o</a:t>
            </a:r>
            <a:r>
              <a:rPr lang="en-US"/>
              <a:t>n</a:t>
            </a:r>
            <a:r>
              <a:rPr lang="en-US"/>
              <a:t> </a:t>
            </a:r>
            <a:r>
              <a:rPr lang="en-US"/>
              <a:t>o</a:t>
            </a:r>
            <a:r>
              <a:rPr lang="en-US"/>
              <a:t>f</a:t>
            </a:r>
            <a:r>
              <a:rPr lang="en-US"/>
              <a:t> </a:t>
            </a:r>
            <a:r>
              <a:rPr lang="en-US"/>
              <a:t>l</a:t>
            </a:r>
            <a:r>
              <a:rPr lang="en-US"/>
              <a:t>o</a:t>
            </a:r>
            <a:r>
              <a:rPr lang="en-US"/>
              <a:t>c</a:t>
            </a:r>
            <a:r>
              <a:rPr lang="en-US"/>
              <a:t>a</a:t>
            </a:r>
            <a:r>
              <a:rPr lang="en-US"/>
              <a:t>t</a:t>
            </a:r>
            <a:r>
              <a:rPr lang="en-US"/>
              <a:t>i</a:t>
            </a:r>
            <a:r>
              <a:rPr lang="en-US"/>
              <a:t>o</a:t>
            </a:r>
            <a:r>
              <a:rPr lang="en-US"/>
              <a:t>n</a:t>
            </a:r>
            <a:r>
              <a:rPr lang="en-US"/>
              <a:t> </a:t>
            </a:r>
            <a:r>
              <a:rPr lang="en-US"/>
              <a:t>s</a:t>
            </a:r>
            <a:r>
              <a:rPr lang="en-US"/>
              <a:t>e</a:t>
            </a:r>
            <a:r>
              <a:rPr lang="en-US"/>
              <a:t>a</a:t>
            </a:r>
            <a:r>
              <a:rPr lang="en-US"/>
              <a:t>r</a:t>
            </a:r>
            <a:r>
              <a:rPr lang="en-US"/>
              <a:t>c</a:t>
            </a:r>
            <a:r>
              <a:rPr lang="en-US"/>
              <a:t>h</a:t>
            </a:r>
            <a:r>
              <a:rPr lang="en-US"/>
              <a:t> </a:t>
            </a:r>
            <a:r>
              <a:rPr lang="en-US"/>
              <a:t>r</a:t>
            </a:r>
            <a:r>
              <a:rPr lang="en-US"/>
              <a:t>e</a:t>
            </a:r>
            <a:r>
              <a:rPr lang="en-US"/>
              <a:t>s</a:t>
            </a:r>
            <a:r>
              <a:rPr lang="en-US"/>
              <a:t>u</a:t>
            </a:r>
            <a:r>
              <a:rPr lang="en-US"/>
              <a:t>l</a:t>
            </a:r>
            <a:r>
              <a:rPr lang="en-US"/>
              <a:t>t</a:t>
            </a:r>
            <a:r>
              <a:rPr lang="en-US"/>
              <a:t>s</a:t>
            </a:r>
            <a:endParaRPr lang="en-PH"/>
          </a:p>
          <a:p>
            <a:r>
              <a:rPr lang="en-US"/>
              <a:t>P</a:t>
            </a:r>
            <a:r>
              <a:rPr lang="en-US"/>
              <a:t>o</a:t>
            </a:r>
            <a:r>
              <a:rPr lang="en-US"/>
              <a:t>t</a:t>
            </a:r>
            <a:r>
              <a:rPr lang="en-US"/>
              <a:t>e</a:t>
            </a:r>
            <a:r>
              <a:rPr lang="en-US"/>
              <a:t>n</a:t>
            </a:r>
            <a:r>
              <a:rPr lang="en-US"/>
              <a:t>t</a:t>
            </a:r>
            <a:r>
              <a:rPr lang="en-US"/>
              <a:t>i</a:t>
            </a:r>
            <a:r>
              <a:rPr lang="en-US"/>
              <a:t>a</a:t>
            </a:r>
            <a:r>
              <a:rPr lang="en-US"/>
              <a:t>l</a:t>
            </a:r>
            <a:r>
              <a:rPr lang="en-US"/>
              <a:t> </a:t>
            </a:r>
            <a:r>
              <a:rPr lang="en-US"/>
              <a:t>s</a:t>
            </a:r>
            <a:r>
              <a:rPr lang="en-US"/>
              <a:t>u</a:t>
            </a:r>
            <a:r>
              <a:rPr lang="en-US"/>
              <a:t>p</a:t>
            </a:r>
            <a:r>
              <a:rPr lang="en-US"/>
              <a:t>p</a:t>
            </a:r>
            <a:r>
              <a:rPr lang="en-US"/>
              <a:t>o</a:t>
            </a:r>
            <a:r>
              <a:rPr lang="en-US"/>
              <a:t>r</a:t>
            </a:r>
            <a:r>
              <a:rPr lang="en-US"/>
              <a:t>t</a:t>
            </a:r>
            <a:r>
              <a:rPr lang="en-US"/>
              <a:t> </a:t>
            </a:r>
            <a:r>
              <a:rPr lang="en-US"/>
              <a:t>f</a:t>
            </a:r>
            <a:r>
              <a:rPr lang="en-US"/>
              <a:t>o</a:t>
            </a:r>
            <a:r>
              <a:rPr lang="en-US"/>
              <a:t>r</a:t>
            </a:r>
            <a:r>
              <a:rPr lang="en-US"/>
              <a:t> </a:t>
            </a:r>
            <a:r>
              <a:rPr lang="en-US"/>
              <a:t>o</a:t>
            </a:r>
            <a:r>
              <a:rPr lang="en-US"/>
              <a:t>t</a:t>
            </a:r>
            <a:r>
              <a:rPr lang="en-US"/>
              <a:t>h</a:t>
            </a:r>
            <a:r>
              <a:rPr lang="en-US"/>
              <a:t>e</a:t>
            </a:r>
            <a:r>
              <a:rPr lang="en-US"/>
              <a:t>r</a:t>
            </a:r>
            <a:r>
              <a:rPr lang="en-US"/>
              <a:t> </a:t>
            </a:r>
            <a:r>
              <a:rPr lang="en-US"/>
              <a:t>l</a:t>
            </a:r>
            <a:r>
              <a:rPr lang="en-US"/>
              <a:t>o</a:t>
            </a:r>
            <a:r>
              <a:rPr lang="en-US"/>
              <a:t>c</a:t>
            </a:r>
            <a:r>
              <a:rPr lang="en-US"/>
              <a:t>a</a:t>
            </a:r>
            <a:r>
              <a:rPr lang="en-US"/>
              <a:t>t</a:t>
            </a:r>
            <a:r>
              <a:rPr lang="en-US"/>
              <a:t>i</a:t>
            </a:r>
            <a:r>
              <a:rPr lang="en-US"/>
              <a:t>o</a:t>
            </a:r>
            <a:r>
              <a:rPr lang="en-US"/>
              <a:t>n</a:t>
            </a:r>
            <a:r>
              <a:rPr lang="en-US"/>
              <a:t>s</a:t>
            </a:r>
            <a:endParaRPr lang="en-PH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500">
        <p:checker dir="horz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5CD"/>
        </a:solidFill>
      </p:bgPr>
    </p:bg>
    <p:spTree>
      <p:nvGrpSpPr>
        <p:cNvPr id="1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"/>
          <p:cNvSpPr>
            <a:spLocks noGrp="1"/>
          </p:cNvSpPr>
          <p:nvPr>
            <p:ph type="title"/>
          </p:nvPr>
        </p:nvSpPr>
        <p:spPr>
          <a:xfrm>
            <a:off x="637061" y="550588"/>
            <a:ext cx="8320548" cy="1306952"/>
          </a:xfrm>
        </p:spPr>
        <p:txBody>
          <a:bodyPr/>
          <a:p>
            <a:r>
              <a:rPr lang="en-US"/>
              <a:t>D</a:t>
            </a:r>
            <a:r>
              <a:rPr lang="en-US"/>
              <a:t>A</a:t>
            </a:r>
            <a:r>
              <a:rPr lang="en-US"/>
              <a:t>T</a:t>
            </a:r>
            <a:r>
              <a:rPr lang="en-US"/>
              <a:t>A</a:t>
            </a:r>
            <a:r>
              <a:rPr lang="en-US"/>
              <a:t>,</a:t>
            </a:r>
            <a:r>
              <a:rPr lang="en-US"/>
              <a:t>I</a:t>
            </a:r>
            <a:r>
              <a:rPr lang="en-US"/>
              <a:t>N</a:t>
            </a:r>
            <a:r>
              <a:rPr lang="en-US"/>
              <a:t>T</a:t>
            </a:r>
            <a:r>
              <a:rPr lang="en-US"/>
              <a:t>E</a:t>
            </a:r>
            <a:r>
              <a:rPr lang="en-US"/>
              <a:t>R</a:t>
            </a:r>
            <a:r>
              <a:rPr lang="en-US"/>
              <a:t>N</a:t>
            </a:r>
            <a:r>
              <a:rPr lang="en-US"/>
              <a:t>E</a:t>
            </a:r>
            <a:r>
              <a:rPr lang="en-US"/>
              <a:t>T</a:t>
            </a:r>
            <a:r>
              <a:rPr lang="en-US"/>
              <a:t> </a:t>
            </a:r>
            <a:r>
              <a:rPr lang="en-US"/>
              <a:t>&amp;</a:t>
            </a:r>
            <a:r>
              <a:rPr lang="en-US"/>
              <a:t> </a:t>
            </a:r>
            <a:r>
              <a:rPr lang="en-US"/>
              <a:t>G</a:t>
            </a:r>
            <a:r>
              <a:rPr lang="en-US"/>
              <a:t>P</a:t>
            </a:r>
            <a:r>
              <a:rPr lang="en-US"/>
              <a:t>S</a:t>
            </a:r>
            <a:endParaRPr lang="en-PH"/>
          </a:p>
        </p:txBody>
      </p:sp>
      <p:sp>
        <p:nvSpPr>
          <p:cNvPr id="1048667" name=""/>
          <p:cNvSpPr>
            <a:spLocks noGrp="1"/>
          </p:cNvSpPr>
          <p:nvPr>
            <p:ph idx="1"/>
          </p:nvPr>
        </p:nvSpPr>
        <p:spPr>
          <a:xfrm>
            <a:off x="574504" y="2226945"/>
            <a:ext cx="7886700" cy="4351338"/>
          </a:xfrm>
        </p:spPr>
        <p:txBody>
          <a:bodyPr/>
          <a:p>
            <a:r>
              <a:rPr lang="en-US"/>
              <a:t>M</a:t>
            </a:r>
            <a:r>
              <a:rPr lang="en-US"/>
              <a:t>a</a:t>
            </a:r>
            <a:r>
              <a:rPr lang="en-US"/>
              <a:t>p</a:t>
            </a:r>
            <a:r>
              <a:rPr lang="en-US"/>
              <a:t> </a:t>
            </a:r>
            <a:r>
              <a:rPr lang="en-US"/>
              <a:t>D</a:t>
            </a:r>
            <a:r>
              <a:rPr lang="en-US"/>
              <a:t>a</a:t>
            </a:r>
            <a:r>
              <a:rPr lang="en-US"/>
              <a:t>t</a:t>
            </a:r>
            <a:r>
              <a:rPr lang="en-US"/>
              <a:t>a</a:t>
            </a:r>
            <a:r>
              <a:rPr lang="en-US"/>
              <a:t> </a:t>
            </a:r>
            <a:r>
              <a:rPr lang="en-US"/>
              <a:t>-</a:t>
            </a:r>
            <a:r>
              <a:rPr lang="en-US"/>
              <a:t> </a:t>
            </a:r>
            <a:r>
              <a:rPr lang="en-US"/>
              <a:t>F</a:t>
            </a:r>
            <a:r>
              <a:rPr lang="en-US"/>
              <a:t>a</a:t>
            </a:r>
            <a:r>
              <a:rPr lang="en-US"/>
              <a:t>c</a:t>
            </a:r>
            <a:r>
              <a:rPr lang="en-US"/>
              <a:t>i</a:t>
            </a:r>
            <a:r>
              <a:rPr lang="en-US"/>
              <a:t>l</a:t>
            </a:r>
            <a:r>
              <a:rPr lang="en-US"/>
              <a:t>i</a:t>
            </a:r>
            <a:r>
              <a:rPr lang="en-US"/>
              <a:t>t</a:t>
            </a:r>
            <a:r>
              <a:rPr lang="en-US"/>
              <a:t>y</a:t>
            </a:r>
            <a:r>
              <a:rPr lang="en-US"/>
              <a:t> </a:t>
            </a:r>
            <a:r>
              <a:rPr lang="en-US"/>
              <a:t>I</a:t>
            </a:r>
            <a:r>
              <a:rPr lang="en-US"/>
              <a:t>n</a:t>
            </a:r>
            <a:r>
              <a:rPr lang="en-US"/>
              <a:t>f</a:t>
            </a:r>
            <a:r>
              <a:rPr lang="en-US"/>
              <a:t>o</a:t>
            </a:r>
            <a:r>
              <a:rPr lang="en-US"/>
              <a:t>m</a:t>
            </a:r>
            <a:r>
              <a:rPr lang="en-US"/>
              <a:t>a</a:t>
            </a:r>
            <a:r>
              <a:rPr lang="en-US"/>
              <a:t>t</a:t>
            </a:r>
            <a:r>
              <a:rPr lang="en-US"/>
              <a:t>i</a:t>
            </a:r>
            <a:r>
              <a:rPr lang="en-US"/>
              <a:t>o</a:t>
            </a:r>
            <a:r>
              <a:rPr lang="en-US"/>
              <a:t>n</a:t>
            </a:r>
            <a:endParaRPr lang="en-PH"/>
          </a:p>
          <a:p>
            <a:r>
              <a:rPr lang="en-US"/>
              <a:t>I</a:t>
            </a:r>
            <a:r>
              <a:rPr lang="en-US"/>
              <a:t>n</a:t>
            </a:r>
            <a:r>
              <a:rPr lang="en-US"/>
              <a:t>t</a:t>
            </a:r>
            <a:r>
              <a:rPr lang="en-US"/>
              <a:t>e</a:t>
            </a:r>
            <a:r>
              <a:rPr lang="en-US"/>
              <a:t>r</a:t>
            </a:r>
            <a:r>
              <a:rPr lang="en-US"/>
              <a:t>n</a:t>
            </a:r>
            <a:r>
              <a:rPr lang="en-US"/>
              <a:t>e</a:t>
            </a:r>
            <a:r>
              <a:rPr lang="en-US"/>
              <a:t>t</a:t>
            </a:r>
            <a:r>
              <a:rPr lang="en-US"/>
              <a:t> </a:t>
            </a:r>
            <a:r>
              <a:rPr lang="en-US"/>
              <a:t>c</a:t>
            </a:r>
            <a:r>
              <a:rPr lang="en-US"/>
              <a:t>o</a:t>
            </a:r>
            <a:r>
              <a:rPr lang="en-US"/>
              <a:t>n</a:t>
            </a:r>
            <a:r>
              <a:rPr lang="en-US"/>
              <a:t>n</a:t>
            </a:r>
            <a:r>
              <a:rPr lang="en-US"/>
              <a:t>e</a:t>
            </a:r>
            <a:r>
              <a:rPr lang="en-US"/>
              <a:t>c</a:t>
            </a:r>
            <a:r>
              <a:rPr lang="en-US"/>
              <a:t>t</a:t>
            </a:r>
            <a:r>
              <a:rPr lang="en-US"/>
              <a:t>i</a:t>
            </a:r>
            <a:r>
              <a:rPr lang="en-US"/>
              <a:t>o</a:t>
            </a:r>
            <a:r>
              <a:rPr lang="en-US"/>
              <a:t>n</a:t>
            </a:r>
            <a:r>
              <a:rPr lang="en-US"/>
              <a:t> </a:t>
            </a:r>
            <a:r>
              <a:rPr lang="en-US"/>
              <a:t>-</a:t>
            </a:r>
            <a:r>
              <a:rPr lang="en-US"/>
              <a:t> </a:t>
            </a:r>
            <a:r>
              <a:rPr lang="en-US"/>
              <a:t>A</a:t>
            </a:r>
            <a:r>
              <a:rPr lang="en-US"/>
              <a:t>c</a:t>
            </a:r>
            <a:r>
              <a:rPr lang="en-US"/>
              <a:t>c</a:t>
            </a:r>
            <a:r>
              <a:rPr lang="en-US"/>
              <a:t>e</a:t>
            </a:r>
            <a:r>
              <a:rPr lang="en-US"/>
              <a:t>s</a:t>
            </a:r>
            <a:r>
              <a:rPr lang="en-US"/>
              <a:t>s</a:t>
            </a:r>
            <a:r>
              <a:rPr lang="en-US"/>
              <a:t> </a:t>
            </a:r>
            <a:r>
              <a:rPr lang="en-US"/>
              <a:t>t</a:t>
            </a:r>
            <a:r>
              <a:rPr lang="en-US"/>
              <a:t>o</a:t>
            </a:r>
            <a:r>
              <a:rPr lang="en-US"/>
              <a:t> </a:t>
            </a:r>
            <a:r>
              <a:rPr lang="en-US"/>
              <a:t>O</a:t>
            </a:r>
            <a:r>
              <a:rPr lang="en-US"/>
              <a:t>n</a:t>
            </a:r>
            <a:r>
              <a:rPr lang="en-US"/>
              <a:t>l</a:t>
            </a:r>
            <a:r>
              <a:rPr lang="en-US"/>
              <a:t>i</a:t>
            </a:r>
            <a:r>
              <a:rPr lang="en-US"/>
              <a:t>n</a:t>
            </a:r>
            <a:r>
              <a:rPr lang="en-US"/>
              <a:t>e</a:t>
            </a:r>
            <a:r>
              <a:rPr lang="en-US"/>
              <a:t> </a:t>
            </a:r>
            <a:r>
              <a:rPr lang="en-US"/>
              <a:t>S</a:t>
            </a:r>
            <a:r>
              <a:rPr lang="en-US"/>
              <a:t>e</a:t>
            </a:r>
            <a:r>
              <a:rPr lang="en-US"/>
              <a:t>r</a:t>
            </a:r>
            <a:r>
              <a:rPr lang="en-US"/>
              <a:t>v</a:t>
            </a:r>
            <a:r>
              <a:rPr lang="en-US"/>
              <a:t>i</a:t>
            </a:r>
            <a:r>
              <a:rPr lang="en-US"/>
              <a:t>c</a:t>
            </a:r>
            <a:r>
              <a:rPr lang="en-US"/>
              <a:t>e</a:t>
            </a:r>
            <a:r>
              <a:rPr lang="en-US"/>
              <a:t>s</a:t>
            </a:r>
            <a:endParaRPr lang="en-PH"/>
          </a:p>
          <a:p>
            <a:r>
              <a:rPr lang="en-US"/>
              <a:t>G</a:t>
            </a:r>
            <a:r>
              <a:rPr lang="en-US"/>
              <a:t>P</a:t>
            </a:r>
            <a:r>
              <a:rPr lang="en-US"/>
              <a:t>S</a:t>
            </a:r>
            <a:r>
              <a:rPr lang="en-US"/>
              <a:t> </a:t>
            </a:r>
            <a:r>
              <a:rPr lang="en-US"/>
              <a:t>-</a:t>
            </a:r>
            <a:r>
              <a:rPr lang="en-US"/>
              <a:t> </a:t>
            </a:r>
            <a:r>
              <a:rPr lang="en-US"/>
              <a:t>C</a:t>
            </a:r>
            <a:r>
              <a:rPr lang="en-US"/>
              <a:t>u</a:t>
            </a:r>
            <a:r>
              <a:rPr lang="en-US"/>
              <a:t>r</a:t>
            </a:r>
            <a:r>
              <a:rPr lang="en-US"/>
              <a:t>r</a:t>
            </a:r>
            <a:r>
              <a:rPr lang="en-US"/>
              <a:t>e</a:t>
            </a:r>
            <a:r>
              <a:rPr lang="en-US"/>
              <a:t>n</a:t>
            </a:r>
            <a:r>
              <a:rPr lang="en-US"/>
              <a:t>t</a:t>
            </a:r>
            <a:r>
              <a:rPr lang="en-US"/>
              <a:t> </a:t>
            </a:r>
            <a:r>
              <a:rPr lang="en-US"/>
              <a:t>L</a:t>
            </a:r>
            <a:r>
              <a:rPr lang="en-US"/>
              <a:t>o</a:t>
            </a:r>
            <a:r>
              <a:rPr lang="en-US"/>
              <a:t>c</a:t>
            </a:r>
            <a:r>
              <a:rPr lang="en-US"/>
              <a:t>a</a:t>
            </a:r>
            <a:r>
              <a:rPr lang="en-US"/>
              <a:t>t</a:t>
            </a:r>
            <a:r>
              <a:rPr lang="en-US"/>
              <a:t>i</a:t>
            </a:r>
            <a:r>
              <a:rPr lang="en-US"/>
              <a:t>o</a:t>
            </a:r>
            <a:r>
              <a:rPr lang="en-US"/>
              <a:t>n</a:t>
            </a:r>
            <a:r>
              <a:rPr lang="en-US"/>
              <a:t> </a:t>
            </a:r>
            <a:r>
              <a:rPr lang="en-US"/>
              <a:t>D</a:t>
            </a:r>
            <a:r>
              <a:rPr lang="en-US"/>
              <a:t>e</a:t>
            </a:r>
            <a:r>
              <a:rPr lang="en-US"/>
              <a:t>t</a:t>
            </a:r>
            <a:r>
              <a:rPr lang="en-US"/>
              <a:t>e</a:t>
            </a:r>
            <a:r>
              <a:rPr lang="en-US"/>
              <a:t>c</a:t>
            </a:r>
            <a:r>
              <a:rPr lang="en-US"/>
              <a:t>t</a:t>
            </a:r>
            <a:r>
              <a:rPr lang="en-US"/>
              <a:t>i</a:t>
            </a:r>
            <a:r>
              <a:rPr lang="en-US"/>
              <a:t>o</a:t>
            </a:r>
            <a:r>
              <a:rPr lang="en-US"/>
              <a:t>n</a:t>
            </a:r>
            <a:endParaRPr lang="en-PH"/>
          </a:p>
          <a:p>
            <a:r>
              <a:rPr lang="en-US"/>
              <a:t>M</a:t>
            </a:r>
            <a:r>
              <a:rPr lang="en-US"/>
              <a:t>a</a:t>
            </a:r>
            <a:r>
              <a:rPr lang="en-US"/>
              <a:t>n</a:t>
            </a:r>
            <a:r>
              <a:rPr lang="en-US"/>
              <a:t>u</a:t>
            </a:r>
            <a:r>
              <a:rPr lang="en-US"/>
              <a:t>a</a:t>
            </a:r>
            <a:r>
              <a:rPr lang="en-US"/>
              <a:t>l</a:t>
            </a:r>
            <a:r>
              <a:rPr lang="en-US"/>
              <a:t> </a:t>
            </a:r>
            <a:r>
              <a:rPr lang="en-US"/>
              <a:t>S</a:t>
            </a:r>
            <a:r>
              <a:rPr lang="en-US"/>
              <a:t>e</a:t>
            </a:r>
            <a:r>
              <a:rPr lang="en-US"/>
              <a:t>a</a:t>
            </a:r>
            <a:r>
              <a:rPr lang="en-US"/>
              <a:t>r</a:t>
            </a:r>
            <a:r>
              <a:rPr lang="en-US"/>
              <a:t>c</a:t>
            </a:r>
            <a:r>
              <a:rPr lang="en-US"/>
              <a:t>h</a:t>
            </a:r>
            <a:r>
              <a:rPr lang="en-US"/>
              <a:t> </a:t>
            </a:r>
            <a:r>
              <a:rPr lang="en-US"/>
              <a:t>-</a:t>
            </a:r>
            <a:r>
              <a:rPr lang="en-US"/>
              <a:t> </a:t>
            </a:r>
            <a:r>
              <a:rPr lang="en-US"/>
              <a:t>S</a:t>
            </a:r>
            <a:r>
              <a:rPr lang="en-US"/>
              <a:t>e</a:t>
            </a:r>
            <a:r>
              <a:rPr lang="en-US"/>
              <a:t>a</a:t>
            </a:r>
            <a:r>
              <a:rPr lang="en-US"/>
              <a:t>r</a:t>
            </a:r>
            <a:r>
              <a:rPr lang="en-US"/>
              <a:t>c</a:t>
            </a:r>
            <a:r>
              <a:rPr lang="en-US"/>
              <a:t>h</a:t>
            </a:r>
            <a:r>
              <a:rPr lang="en-US"/>
              <a:t> </a:t>
            </a:r>
            <a:r>
              <a:rPr lang="en-US"/>
              <a:t>f</a:t>
            </a:r>
            <a:r>
              <a:rPr lang="en-US"/>
              <a:t>o</a:t>
            </a:r>
            <a:r>
              <a:rPr lang="en-US"/>
              <a:t>r</a:t>
            </a:r>
            <a:r>
              <a:rPr lang="en-US"/>
              <a:t> </a:t>
            </a:r>
            <a:r>
              <a:rPr lang="en-US"/>
              <a:t>O</a:t>
            </a:r>
            <a:r>
              <a:rPr lang="en-US"/>
              <a:t>t</a:t>
            </a:r>
            <a:r>
              <a:rPr lang="en-US"/>
              <a:t>h</a:t>
            </a:r>
            <a:r>
              <a:rPr lang="en-US"/>
              <a:t>e</a:t>
            </a:r>
            <a:r>
              <a:rPr lang="en-US"/>
              <a:t>r</a:t>
            </a:r>
            <a:r>
              <a:rPr lang="en-US"/>
              <a:t> </a:t>
            </a:r>
            <a:r>
              <a:rPr lang="en-US"/>
              <a:t>L</a:t>
            </a:r>
            <a:r>
              <a:rPr lang="en-US"/>
              <a:t>o</a:t>
            </a:r>
            <a:r>
              <a:rPr lang="en-US"/>
              <a:t>c</a:t>
            </a:r>
            <a:r>
              <a:rPr lang="en-US"/>
              <a:t>a</a:t>
            </a:r>
            <a:r>
              <a:rPr lang="en-US"/>
              <a:t>t</a:t>
            </a:r>
            <a:r>
              <a:rPr lang="en-US"/>
              <a:t>i</a:t>
            </a:r>
            <a:r>
              <a:rPr lang="en-US"/>
              <a:t>o</a:t>
            </a:r>
            <a:r>
              <a:rPr lang="en-US"/>
              <a:t>n</a:t>
            </a:r>
            <a:r>
              <a:rPr lang="en-US"/>
              <a:t>s</a:t>
            </a:r>
            <a:endParaRPr lang="en-PH"/>
          </a:p>
          <a:p>
            <a:endParaRPr lang="en-PH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500">
        <p:checker dir="horz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5CD"/>
        </a:solidFill>
      </p:bgPr>
    </p:bg>
    <p:spTree>
      <p:nvGrpSpPr>
        <p:cNvPr id="1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"/>
          <p:cNvSpPr>
            <a:spLocks noGrp="1"/>
          </p:cNvSpPr>
          <p:nvPr>
            <p:ph type="title"/>
          </p:nvPr>
        </p:nvSpPr>
        <p:spPr>
          <a:xfrm>
            <a:off x="628649" y="371306"/>
            <a:ext cx="6202952" cy="1283317"/>
          </a:xfrm>
        </p:spPr>
        <p:txBody>
          <a:bodyPr>
            <a:normAutofit fontScale="99091"/>
          </a:bodyPr>
          <a:p>
            <a:r>
              <a:rPr lang="en-US"/>
              <a:t>I</a:t>
            </a:r>
            <a:r>
              <a:rPr lang="en-US"/>
              <a:t>M</a:t>
            </a:r>
            <a:r>
              <a:rPr lang="en-US"/>
              <a:t>P</a:t>
            </a:r>
            <a:r>
              <a:rPr lang="en-US"/>
              <a:t>O</a:t>
            </a:r>
            <a:r>
              <a:rPr lang="en-US"/>
              <a:t>R</a:t>
            </a:r>
            <a:r>
              <a:rPr lang="en-US"/>
              <a:t>T</a:t>
            </a:r>
            <a:r>
              <a:rPr lang="en-US"/>
              <a:t>A</a:t>
            </a:r>
            <a:r>
              <a:rPr lang="en-US"/>
              <a:t>N</a:t>
            </a:r>
            <a:r>
              <a:rPr lang="en-US"/>
              <a:t>C</a:t>
            </a:r>
            <a:r>
              <a:rPr lang="en-US"/>
              <a:t>E</a:t>
            </a:r>
            <a:r>
              <a:rPr lang="en-US"/>
              <a:t> </a:t>
            </a:r>
            <a:r>
              <a:rPr lang="en-US"/>
              <a:t>&amp;</a:t>
            </a:r>
            <a:r>
              <a:rPr lang="en-US"/>
              <a:t> </a:t>
            </a:r>
            <a:r>
              <a:rPr lang="en-US"/>
              <a:t>L</a:t>
            </a:r>
            <a:r>
              <a:rPr lang="en-US"/>
              <a:t>I</a:t>
            </a:r>
            <a:r>
              <a:rPr lang="en-US"/>
              <a:t>M</a:t>
            </a:r>
            <a:r>
              <a:rPr lang="en-US"/>
              <a:t>I</a:t>
            </a:r>
            <a:r>
              <a:rPr lang="en-US"/>
              <a:t>T</a:t>
            </a:r>
            <a:r>
              <a:rPr lang="en-US"/>
              <a:t>A</a:t>
            </a:r>
            <a:r>
              <a:rPr lang="en-US"/>
              <a:t>T</a:t>
            </a:r>
            <a:r>
              <a:rPr lang="en-US"/>
              <a:t>I</a:t>
            </a:r>
            <a:r>
              <a:rPr lang="en-US"/>
              <a:t>O</a:t>
            </a:r>
            <a:r>
              <a:rPr lang="en-US"/>
              <a:t>N</a:t>
            </a:r>
            <a:r>
              <a:rPr lang="en-US"/>
              <a:t>S</a:t>
            </a:r>
            <a:endParaRPr lang="en-PH"/>
          </a:p>
        </p:txBody>
      </p:sp>
      <p:sp>
        <p:nvSpPr>
          <p:cNvPr id="1048669" name="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631218"/>
          </a:xfrm>
        </p:spPr>
        <p:txBody>
          <a:bodyPr/>
          <a:p>
            <a:r>
              <a:rPr lang="en-US"/>
              <a:t>E</a:t>
            </a:r>
            <a:r>
              <a:rPr lang="en-US"/>
              <a:t>a</a:t>
            </a:r>
            <a:r>
              <a:rPr lang="en-US"/>
              <a:t>s</a:t>
            </a:r>
            <a:r>
              <a:rPr lang="en-US"/>
              <a:t>i</a:t>
            </a:r>
            <a:r>
              <a:rPr lang="en-US"/>
              <a:t>e</a:t>
            </a:r>
            <a:r>
              <a:rPr lang="en-US"/>
              <a:t>r</a:t>
            </a:r>
            <a:r>
              <a:rPr lang="en-US"/>
              <a:t> </a:t>
            </a:r>
            <a:r>
              <a:rPr lang="en-US"/>
              <a:t>f</a:t>
            </a:r>
            <a:r>
              <a:rPr lang="en-US"/>
              <a:t>a</a:t>
            </a:r>
            <a:r>
              <a:rPr lang="en-US"/>
              <a:t>c</a:t>
            </a:r>
            <a:r>
              <a:rPr lang="en-US"/>
              <a:t>i</a:t>
            </a:r>
            <a:r>
              <a:rPr lang="en-US"/>
              <a:t>l</a:t>
            </a:r>
            <a:r>
              <a:rPr lang="en-US"/>
              <a:t>i</a:t>
            </a:r>
            <a:r>
              <a:rPr lang="en-US"/>
              <a:t>t</a:t>
            </a:r>
            <a:r>
              <a:rPr lang="en-US"/>
              <a:t>y</a:t>
            </a:r>
            <a:r>
              <a:rPr lang="en-US"/>
              <a:t> </a:t>
            </a:r>
            <a:r>
              <a:rPr lang="en-US"/>
              <a:t>d</a:t>
            </a:r>
            <a:r>
              <a:rPr lang="en-US"/>
              <a:t>i</a:t>
            </a:r>
            <a:r>
              <a:rPr lang="en-US"/>
              <a:t>s</a:t>
            </a:r>
            <a:r>
              <a:rPr lang="en-US"/>
              <a:t>c</a:t>
            </a:r>
            <a:r>
              <a:rPr lang="en-US"/>
              <a:t>o</a:t>
            </a:r>
            <a:r>
              <a:rPr lang="en-US"/>
              <a:t>v</a:t>
            </a:r>
            <a:r>
              <a:rPr lang="en-US"/>
              <a:t>e</a:t>
            </a:r>
            <a:r>
              <a:rPr lang="en-US"/>
              <a:t>r</a:t>
            </a:r>
            <a:r>
              <a:rPr lang="en-US"/>
              <a:t>y</a:t>
            </a:r>
            <a:endParaRPr lang="en-PH"/>
          </a:p>
          <a:p>
            <a:r>
              <a:rPr lang="en-US"/>
              <a:t>A</a:t>
            </a:r>
            <a:r>
              <a:rPr lang="en-US"/>
              <a:t>c</a:t>
            </a:r>
            <a:r>
              <a:rPr lang="en-US"/>
              <a:t>c</a:t>
            </a:r>
            <a:r>
              <a:rPr lang="en-US"/>
              <a:t>e</a:t>
            </a:r>
            <a:r>
              <a:rPr lang="en-US"/>
              <a:t>s</a:t>
            </a:r>
            <a:r>
              <a:rPr lang="en-US"/>
              <a:t>s</a:t>
            </a:r>
            <a:r>
              <a:rPr lang="en-US"/>
              <a:t>i</a:t>
            </a:r>
            <a:r>
              <a:rPr lang="en-US"/>
              <a:t>b</a:t>
            </a:r>
            <a:r>
              <a:rPr lang="en-US"/>
              <a:t>l</a:t>
            </a:r>
            <a:r>
              <a:rPr lang="en-US"/>
              <a:t>e</a:t>
            </a:r>
            <a:r>
              <a:rPr lang="en-US"/>
              <a:t> </a:t>
            </a:r>
            <a:r>
              <a:rPr lang="en-US"/>
              <a:t>l</a:t>
            </a:r>
            <a:r>
              <a:rPr lang="en-US"/>
              <a:t>o</a:t>
            </a:r>
            <a:r>
              <a:rPr lang="en-US"/>
              <a:t>c</a:t>
            </a:r>
            <a:r>
              <a:rPr lang="en-US"/>
              <a:t>a</a:t>
            </a:r>
            <a:r>
              <a:rPr lang="en-US"/>
              <a:t>t</a:t>
            </a:r>
            <a:r>
              <a:rPr lang="en-US"/>
              <a:t>i</a:t>
            </a:r>
            <a:r>
              <a:rPr lang="en-US"/>
              <a:t>o</a:t>
            </a:r>
            <a:r>
              <a:rPr lang="en-US"/>
              <a:t>n</a:t>
            </a:r>
            <a:r>
              <a:rPr lang="en-US"/>
              <a:t> </a:t>
            </a:r>
            <a:r>
              <a:rPr lang="en-US"/>
              <a:t>i</a:t>
            </a:r>
            <a:r>
              <a:rPr lang="en-US"/>
              <a:t>n</a:t>
            </a:r>
            <a:r>
              <a:rPr lang="en-US"/>
              <a:t>f</a:t>
            </a:r>
            <a:r>
              <a:rPr lang="en-US"/>
              <a:t>o</a:t>
            </a:r>
            <a:r>
              <a:rPr lang="en-US"/>
              <a:t>r</a:t>
            </a:r>
            <a:r>
              <a:rPr lang="en-US"/>
              <a:t>m</a:t>
            </a:r>
            <a:r>
              <a:rPr lang="en-US"/>
              <a:t>a</a:t>
            </a:r>
            <a:r>
              <a:rPr lang="en-US"/>
              <a:t>t</a:t>
            </a:r>
            <a:r>
              <a:rPr lang="en-US"/>
              <a:t>i</a:t>
            </a:r>
            <a:r>
              <a:rPr lang="en-US"/>
              <a:t>o</a:t>
            </a:r>
            <a:r>
              <a:rPr lang="en-US"/>
              <a:t>n</a:t>
            </a:r>
            <a:r>
              <a:rPr lang="en-US"/>
              <a:t> </a:t>
            </a:r>
            <a:endParaRPr lang="en-PH"/>
          </a:p>
          <a:p>
            <a:r>
              <a:rPr lang="en-US"/>
              <a:t>H</a:t>
            </a:r>
            <a:r>
              <a:rPr lang="en-US"/>
              <a:t>e</a:t>
            </a:r>
            <a:r>
              <a:rPr lang="en-US"/>
              <a:t>l</a:t>
            </a:r>
            <a:r>
              <a:rPr lang="en-US"/>
              <a:t>p</a:t>
            </a:r>
            <a:r>
              <a:rPr lang="en-US"/>
              <a:t>f</a:t>
            </a:r>
            <a:r>
              <a:rPr lang="en-US"/>
              <a:t>u</a:t>
            </a:r>
            <a:r>
              <a:rPr lang="en-US"/>
              <a:t>l</a:t>
            </a:r>
            <a:r>
              <a:rPr lang="en-US"/>
              <a:t> </a:t>
            </a:r>
            <a:r>
              <a:rPr lang="en-US"/>
              <a:t>i</a:t>
            </a:r>
            <a:r>
              <a:rPr lang="en-US"/>
              <a:t>n</a:t>
            </a:r>
            <a:r>
              <a:rPr lang="en-US"/>
              <a:t> </a:t>
            </a:r>
            <a:r>
              <a:rPr lang="en-US"/>
              <a:t>u</a:t>
            </a:r>
            <a:r>
              <a:rPr lang="en-US"/>
              <a:t>n</a:t>
            </a:r>
            <a:r>
              <a:rPr lang="en-US"/>
              <a:t>f</a:t>
            </a:r>
            <a:r>
              <a:rPr lang="en-US"/>
              <a:t>a</a:t>
            </a:r>
            <a:r>
              <a:rPr lang="en-US"/>
              <a:t>m</a:t>
            </a:r>
            <a:r>
              <a:rPr lang="en-US"/>
              <a:t>i</a:t>
            </a:r>
            <a:r>
              <a:rPr lang="en-US"/>
              <a:t>l</a:t>
            </a:r>
            <a:r>
              <a:rPr lang="en-US"/>
              <a:t>l</a:t>
            </a:r>
            <a:r>
              <a:rPr lang="en-US"/>
              <a:t>i</a:t>
            </a:r>
            <a:r>
              <a:rPr lang="en-US"/>
              <a:t>a</a:t>
            </a:r>
            <a:r>
              <a:rPr lang="en-US"/>
              <a:t>r</a:t>
            </a:r>
            <a:r>
              <a:rPr lang="en-US"/>
              <a:t> </a:t>
            </a:r>
            <a:r>
              <a:rPr lang="en-US"/>
              <a:t>a</a:t>
            </a:r>
            <a:r>
              <a:rPr lang="en-US"/>
              <a:t>r</a:t>
            </a:r>
            <a:r>
              <a:rPr lang="en-US"/>
              <a:t>e</a:t>
            </a:r>
            <a:r>
              <a:rPr lang="en-US"/>
              <a:t>a</a:t>
            </a:r>
            <a:r>
              <a:rPr lang="en-US"/>
              <a:t>s</a:t>
            </a:r>
            <a:endParaRPr lang="en-PH"/>
          </a:p>
          <a:p>
            <a:pPr indent="0" marL="0">
              <a:buNone/>
            </a:pPr>
            <a:endParaRPr lang="en-PH"/>
          </a:p>
          <a:p>
            <a:pPr indent="0" marL="0">
              <a:buNone/>
            </a:pPr>
            <a:endParaRPr lang="en-PH"/>
          </a:p>
        </p:txBody>
      </p:sp>
      <p:sp>
        <p:nvSpPr>
          <p:cNvPr id="1048672" name=""/>
          <p:cNvSpPr>
            <a:spLocks noGrp="1"/>
          </p:cNvSpPr>
          <p:nvPr/>
        </p:nvSpPr>
        <p:spPr>
          <a:xfrm>
            <a:off x="628648" y="3627845"/>
            <a:ext cx="2974635" cy="730671"/>
          </a:xfrm>
          <a:prstGeom prst="rect"/>
        </p:spPr>
        <p:txBody>
          <a:bodyPr anchor="ctr" bIns="45720" lIns="91440" rIns="91440" rtlCol="0" tIns="45720" vert="horz">
            <a:normAutofit fontScale="80909" lnSpcReduction="20000"/>
          </a:bodyPr>
          <a:lstStyle>
            <a:lvl1pPr algn="l" defTabSz="914400" eaLnBrk="1" hangingPunct="1" latinLnBrk="0" rtl="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latin typeface="Arial"/>
              </a:rPr>
              <a:t>L</a:t>
            </a:r>
            <a:r>
              <a:rPr lang="en-US">
                <a:latin typeface="Arial"/>
              </a:rPr>
              <a:t>I</a:t>
            </a:r>
            <a:r>
              <a:rPr lang="en-US">
                <a:latin typeface="Arial"/>
              </a:rPr>
              <a:t>M</a:t>
            </a:r>
            <a:r>
              <a:rPr lang="en-US">
                <a:latin typeface="Arial"/>
              </a:rPr>
              <a:t>I</a:t>
            </a:r>
            <a:r>
              <a:rPr lang="en-US">
                <a:latin typeface="Arial"/>
              </a:rPr>
              <a:t>T</a:t>
            </a:r>
            <a:r>
              <a:rPr lang="en-US">
                <a:latin typeface="Arial"/>
              </a:rPr>
              <a:t>A</a:t>
            </a:r>
            <a:r>
              <a:rPr lang="en-US">
                <a:latin typeface="Arial"/>
              </a:rPr>
              <a:t>T</a:t>
            </a:r>
            <a:r>
              <a:rPr lang="en-US">
                <a:latin typeface="Arial"/>
              </a:rPr>
              <a:t>I</a:t>
            </a:r>
            <a:r>
              <a:rPr lang="en-US">
                <a:latin typeface="Arial"/>
              </a:rPr>
              <a:t>O</a:t>
            </a:r>
            <a:r>
              <a:rPr lang="en-US">
                <a:latin typeface="Arial"/>
              </a:rPr>
              <a:t>N</a:t>
            </a:r>
            <a:r>
              <a:rPr lang="en-US">
                <a:latin typeface="Arial"/>
              </a:rPr>
              <a:t>S</a:t>
            </a:r>
            <a:endParaRPr lang="en-PH"/>
          </a:p>
        </p:txBody>
      </p:sp>
      <p:sp>
        <p:nvSpPr>
          <p:cNvPr id="1048674" name=""/>
          <p:cNvSpPr>
            <a:spLocks noGrp="1"/>
          </p:cNvSpPr>
          <p:nvPr/>
        </p:nvSpPr>
        <p:spPr>
          <a:xfrm>
            <a:off x="628648" y="4588800"/>
            <a:ext cx="7886700" cy="1631218"/>
          </a:xfrm>
          <a:prstGeom prst="rect"/>
        </p:spPr>
        <p:txBody>
          <a:bodyPr bIns="45720" lIns="91440" rIns="91440" rtlCol="0" tIns="45720" vert="horz">
            <a:normAutofit/>
          </a:bodyPr>
          <a:lstStyle>
            <a:lvl1pPr algn="l" defTabSz="914400" eaLnBrk="1" hangingPunct="1" indent="-228600" latinLnBrk="0" marL="228600" rtl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indent="-228600" latinLnBrk="0" marL="685800" rtl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indent="-228600" latinLnBrk="0" marL="1143000" rtl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indent="-228600" latinLnBrk="0" marL="1600200" rtl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indent="-228600" latinLnBrk="0" marL="2057400" rtl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indent="-228600" latinLnBrk="0" marL="2514600" rtl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indent="-228600" latinLnBrk="0" marL="2971800" rtl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indent="-228600" latinLnBrk="0" marL="3429000" rtl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indent="-228600" latinLnBrk="0" marL="3886200" rtl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/>
              </a:rPr>
              <a:t>D</a:t>
            </a:r>
            <a:r>
              <a:rPr lang="en-US">
                <a:latin typeface="Arial"/>
              </a:rPr>
              <a:t>e</a:t>
            </a:r>
            <a:r>
              <a:rPr lang="en-US">
                <a:latin typeface="Arial"/>
              </a:rPr>
              <a:t>p</a:t>
            </a:r>
            <a:r>
              <a:rPr lang="en-US">
                <a:latin typeface="Arial"/>
              </a:rPr>
              <a:t>e</a:t>
            </a:r>
            <a:r>
              <a:rPr lang="en-US">
                <a:latin typeface="Arial"/>
              </a:rPr>
              <a:t>n</a:t>
            </a:r>
            <a:r>
              <a:rPr lang="en-US">
                <a:latin typeface="Arial"/>
              </a:rPr>
              <a:t>d</a:t>
            </a:r>
            <a:r>
              <a:rPr lang="en-US">
                <a:latin typeface="Arial"/>
              </a:rPr>
              <a:t>s</a:t>
            </a:r>
            <a:r>
              <a:rPr lang="en-US">
                <a:latin typeface="Arial"/>
              </a:rPr>
              <a:t> </a:t>
            </a:r>
            <a:r>
              <a:rPr lang="en-US">
                <a:latin typeface="Arial"/>
              </a:rPr>
              <a:t>o</a:t>
            </a:r>
            <a:r>
              <a:rPr lang="en-US">
                <a:latin typeface="Arial"/>
              </a:rPr>
              <a:t>n</a:t>
            </a:r>
            <a:r>
              <a:rPr lang="en-US">
                <a:latin typeface="Arial"/>
              </a:rPr>
              <a:t> </a:t>
            </a:r>
            <a:r>
              <a:rPr lang="en-US">
                <a:latin typeface="Arial"/>
              </a:rPr>
              <a:t>a</a:t>
            </a:r>
            <a:r>
              <a:rPr lang="en-US">
                <a:latin typeface="Arial"/>
              </a:rPr>
              <a:t>v</a:t>
            </a:r>
            <a:r>
              <a:rPr lang="en-US">
                <a:latin typeface="Arial"/>
              </a:rPr>
              <a:t>a</a:t>
            </a:r>
            <a:r>
              <a:rPr lang="en-US">
                <a:latin typeface="Arial"/>
              </a:rPr>
              <a:t>i</a:t>
            </a:r>
            <a:r>
              <a:rPr lang="en-US">
                <a:latin typeface="Arial"/>
              </a:rPr>
              <a:t>l</a:t>
            </a:r>
            <a:r>
              <a:rPr lang="en-US">
                <a:latin typeface="Arial"/>
              </a:rPr>
              <a:t>a</a:t>
            </a:r>
            <a:r>
              <a:rPr lang="en-US">
                <a:latin typeface="Arial"/>
              </a:rPr>
              <a:t>b</a:t>
            </a:r>
            <a:r>
              <a:rPr lang="en-US">
                <a:latin typeface="Arial"/>
              </a:rPr>
              <a:t>l</a:t>
            </a:r>
            <a:r>
              <a:rPr lang="en-US">
                <a:latin typeface="Arial"/>
              </a:rPr>
              <a:t>e</a:t>
            </a:r>
            <a:r>
              <a:rPr lang="en-US">
                <a:latin typeface="Arial"/>
              </a:rPr>
              <a:t> </a:t>
            </a:r>
            <a:r>
              <a:rPr lang="en-US">
                <a:latin typeface="Arial"/>
              </a:rPr>
              <a:t>m</a:t>
            </a:r>
            <a:r>
              <a:rPr lang="en-US">
                <a:latin typeface="Arial"/>
              </a:rPr>
              <a:t>a</a:t>
            </a:r>
            <a:r>
              <a:rPr lang="en-US">
                <a:latin typeface="Arial"/>
              </a:rPr>
              <a:t>p</a:t>
            </a:r>
            <a:r>
              <a:rPr lang="en-US">
                <a:latin typeface="Arial"/>
              </a:rPr>
              <a:t> </a:t>
            </a:r>
            <a:r>
              <a:rPr lang="en-US">
                <a:latin typeface="Arial"/>
              </a:rPr>
              <a:t>d</a:t>
            </a:r>
            <a:r>
              <a:rPr lang="en-US">
                <a:latin typeface="Arial"/>
              </a:rPr>
              <a:t>a</a:t>
            </a:r>
            <a:r>
              <a:rPr lang="en-US">
                <a:latin typeface="Arial"/>
              </a:rPr>
              <a:t>t</a:t>
            </a:r>
            <a:r>
              <a:rPr lang="en-US">
                <a:latin typeface="Arial"/>
              </a:rPr>
              <a:t>a</a:t>
            </a:r>
            <a:endParaRPr lang="en-PH"/>
          </a:p>
          <a:p>
            <a:r>
              <a:rPr lang="en-US">
                <a:latin typeface="Arial"/>
              </a:rPr>
              <a:t>R</a:t>
            </a:r>
            <a:r>
              <a:rPr lang="en-US">
                <a:latin typeface="Arial"/>
              </a:rPr>
              <a:t>e</a:t>
            </a:r>
            <a:r>
              <a:rPr lang="en-US">
                <a:latin typeface="Arial"/>
              </a:rPr>
              <a:t>q</a:t>
            </a:r>
            <a:r>
              <a:rPr lang="en-US">
                <a:latin typeface="Arial"/>
              </a:rPr>
              <a:t>u</a:t>
            </a:r>
            <a:r>
              <a:rPr lang="en-US">
                <a:latin typeface="Arial"/>
              </a:rPr>
              <a:t>i</a:t>
            </a:r>
            <a:r>
              <a:rPr lang="en-US">
                <a:latin typeface="Arial"/>
              </a:rPr>
              <a:t>r</a:t>
            </a:r>
            <a:r>
              <a:rPr lang="en-US">
                <a:latin typeface="Arial"/>
              </a:rPr>
              <a:t>e</a:t>
            </a:r>
            <a:r>
              <a:rPr lang="en-US">
                <a:latin typeface="Arial"/>
              </a:rPr>
              <a:t>s</a:t>
            </a:r>
            <a:r>
              <a:rPr lang="en-US">
                <a:latin typeface="Arial"/>
              </a:rPr>
              <a:t> </a:t>
            </a:r>
            <a:r>
              <a:rPr lang="en-US">
                <a:latin typeface="Arial"/>
              </a:rPr>
              <a:t>i</a:t>
            </a:r>
            <a:r>
              <a:rPr lang="en-US">
                <a:latin typeface="Arial"/>
              </a:rPr>
              <a:t>n</a:t>
            </a:r>
            <a:r>
              <a:rPr lang="en-US">
                <a:latin typeface="Arial"/>
              </a:rPr>
              <a:t>t</a:t>
            </a:r>
            <a:r>
              <a:rPr lang="en-US">
                <a:latin typeface="Arial"/>
              </a:rPr>
              <a:t>e</a:t>
            </a:r>
            <a:r>
              <a:rPr lang="en-US">
                <a:latin typeface="Arial"/>
              </a:rPr>
              <a:t>r</a:t>
            </a:r>
            <a:r>
              <a:rPr lang="en-US">
                <a:latin typeface="Arial"/>
              </a:rPr>
              <a:t>n</a:t>
            </a:r>
            <a:r>
              <a:rPr lang="en-US">
                <a:latin typeface="Arial"/>
              </a:rPr>
              <a:t>e</a:t>
            </a:r>
            <a:r>
              <a:rPr lang="en-US">
                <a:latin typeface="Arial"/>
              </a:rPr>
              <a:t>t</a:t>
            </a:r>
            <a:r>
              <a:rPr lang="en-US">
                <a:latin typeface="Arial"/>
              </a:rPr>
              <a:t> </a:t>
            </a:r>
            <a:r>
              <a:rPr lang="en-US">
                <a:latin typeface="Arial"/>
              </a:rPr>
              <a:t>f</a:t>
            </a:r>
            <a:r>
              <a:rPr lang="en-US">
                <a:latin typeface="Arial"/>
              </a:rPr>
              <a:t>o</a:t>
            </a:r>
            <a:r>
              <a:rPr lang="en-US">
                <a:latin typeface="Arial"/>
              </a:rPr>
              <a:t>r</a:t>
            </a:r>
            <a:r>
              <a:rPr lang="en-US">
                <a:latin typeface="Arial"/>
              </a:rPr>
              <a:t> </a:t>
            </a:r>
            <a:r>
              <a:rPr lang="en-US">
                <a:latin typeface="Arial"/>
              </a:rPr>
              <a:t>o</a:t>
            </a:r>
            <a:r>
              <a:rPr lang="en-US">
                <a:latin typeface="Arial"/>
              </a:rPr>
              <a:t>n</a:t>
            </a:r>
            <a:r>
              <a:rPr lang="en-US">
                <a:latin typeface="Arial"/>
              </a:rPr>
              <a:t>l</a:t>
            </a:r>
            <a:r>
              <a:rPr lang="en-US">
                <a:latin typeface="Arial"/>
              </a:rPr>
              <a:t>i</a:t>
            </a:r>
            <a:r>
              <a:rPr lang="en-US">
                <a:latin typeface="Arial"/>
              </a:rPr>
              <a:t>n</a:t>
            </a:r>
            <a:r>
              <a:rPr lang="en-US">
                <a:latin typeface="Arial"/>
              </a:rPr>
              <a:t>e</a:t>
            </a:r>
            <a:r>
              <a:rPr lang="en-US">
                <a:latin typeface="Arial"/>
              </a:rPr>
              <a:t> </a:t>
            </a:r>
            <a:r>
              <a:rPr lang="en-US">
                <a:latin typeface="Arial"/>
              </a:rPr>
              <a:t>s</a:t>
            </a:r>
            <a:r>
              <a:rPr lang="en-US">
                <a:latin typeface="Arial"/>
              </a:rPr>
              <a:t>e</a:t>
            </a:r>
            <a:r>
              <a:rPr lang="en-US">
                <a:latin typeface="Arial"/>
              </a:rPr>
              <a:t>r</a:t>
            </a:r>
            <a:r>
              <a:rPr lang="en-US">
                <a:latin typeface="Arial"/>
              </a:rPr>
              <a:t>v</a:t>
            </a:r>
            <a:r>
              <a:rPr lang="en-US">
                <a:latin typeface="Arial"/>
              </a:rPr>
              <a:t>i</a:t>
            </a:r>
            <a:r>
              <a:rPr lang="en-US">
                <a:latin typeface="Arial"/>
              </a:rPr>
              <a:t>c</a:t>
            </a:r>
            <a:r>
              <a:rPr lang="en-US">
                <a:latin typeface="Arial"/>
              </a:rPr>
              <a:t>e</a:t>
            </a:r>
            <a:r>
              <a:rPr lang="en-US">
                <a:latin typeface="Arial"/>
              </a:rPr>
              <a:t>s</a:t>
            </a:r>
            <a:endParaRPr lang="en-PH"/>
          </a:p>
          <a:p>
            <a:r>
              <a:rPr lang="en-US">
                <a:latin typeface="Arial"/>
              </a:rPr>
              <a:t>L</a:t>
            </a:r>
            <a:r>
              <a:rPr lang="en-US">
                <a:latin typeface="Arial"/>
              </a:rPr>
              <a:t>o</a:t>
            </a:r>
            <a:r>
              <a:rPr lang="en-US">
                <a:latin typeface="Arial"/>
              </a:rPr>
              <a:t>c</a:t>
            </a:r>
            <a:r>
              <a:rPr lang="en-US">
                <a:latin typeface="Arial"/>
              </a:rPr>
              <a:t>a</a:t>
            </a:r>
            <a:r>
              <a:rPr lang="en-US">
                <a:latin typeface="Arial"/>
              </a:rPr>
              <a:t>t</a:t>
            </a:r>
            <a:r>
              <a:rPr lang="en-US">
                <a:latin typeface="Arial"/>
              </a:rPr>
              <a:t>i</a:t>
            </a:r>
            <a:r>
              <a:rPr lang="en-US">
                <a:latin typeface="Arial"/>
              </a:rPr>
              <a:t>o</a:t>
            </a:r>
            <a:r>
              <a:rPr lang="en-US">
                <a:latin typeface="Arial"/>
              </a:rPr>
              <a:t>n</a:t>
            </a:r>
            <a:r>
              <a:rPr lang="en-US">
                <a:latin typeface="Arial"/>
              </a:rPr>
              <a:t>s</a:t>
            </a:r>
            <a:r>
              <a:rPr lang="en-US">
                <a:latin typeface="Arial"/>
              </a:rPr>
              <a:t> </a:t>
            </a:r>
            <a:r>
              <a:rPr lang="en-US">
                <a:latin typeface="Arial"/>
              </a:rPr>
              <a:t>a</a:t>
            </a:r>
            <a:r>
              <a:rPr lang="en-US">
                <a:latin typeface="Arial"/>
              </a:rPr>
              <a:t>c</a:t>
            </a:r>
            <a:r>
              <a:rPr lang="en-US">
                <a:latin typeface="Arial"/>
              </a:rPr>
              <a:t>c</a:t>
            </a:r>
            <a:r>
              <a:rPr lang="en-US">
                <a:latin typeface="Arial"/>
              </a:rPr>
              <a:t>u</a:t>
            </a:r>
            <a:r>
              <a:rPr lang="en-US">
                <a:latin typeface="Arial"/>
              </a:rPr>
              <a:t>r</a:t>
            </a:r>
            <a:r>
              <a:rPr lang="en-US">
                <a:latin typeface="Arial"/>
              </a:rPr>
              <a:t>a</a:t>
            </a:r>
            <a:r>
              <a:rPr lang="en-US">
                <a:latin typeface="Arial"/>
              </a:rPr>
              <a:t>c</a:t>
            </a:r>
            <a:r>
              <a:rPr lang="en-US">
                <a:latin typeface="Arial"/>
              </a:rPr>
              <a:t>y</a:t>
            </a:r>
            <a:r>
              <a:rPr lang="en-US">
                <a:latin typeface="Arial"/>
              </a:rPr>
              <a:t> </a:t>
            </a:r>
            <a:r>
              <a:rPr lang="en-US">
                <a:latin typeface="Arial"/>
              </a:rPr>
              <a:t>m</a:t>
            </a:r>
            <a:r>
              <a:rPr lang="en-US">
                <a:latin typeface="Arial"/>
              </a:rPr>
              <a:t>a</a:t>
            </a:r>
            <a:r>
              <a:rPr lang="en-US">
                <a:latin typeface="Arial"/>
              </a:rPr>
              <a:t>y</a:t>
            </a:r>
            <a:r>
              <a:rPr lang="en-US">
                <a:latin typeface="Arial"/>
              </a:rPr>
              <a:t> </a:t>
            </a:r>
            <a:r>
              <a:rPr lang="en-US">
                <a:latin typeface="Arial"/>
              </a:rPr>
              <a:t>v</a:t>
            </a:r>
            <a:r>
              <a:rPr lang="en-US">
                <a:latin typeface="Arial"/>
              </a:rPr>
              <a:t>a</a:t>
            </a:r>
            <a:r>
              <a:rPr lang="en-US">
                <a:latin typeface="Arial"/>
              </a:rPr>
              <a:t>r</a:t>
            </a:r>
            <a:r>
              <a:rPr lang="en-US">
                <a:latin typeface="Arial"/>
              </a:rPr>
              <a:t>y</a:t>
            </a:r>
            <a:endParaRPr lang="en-PH"/>
          </a:p>
          <a:p>
            <a:r>
              <a:rPr lang="en-US">
                <a:latin typeface="Arial"/>
              </a:rPr>
              <a:t>F</a:t>
            </a:r>
            <a:r>
              <a:rPr lang="en-US">
                <a:latin typeface="Arial"/>
              </a:rPr>
              <a:t>a</a:t>
            </a:r>
            <a:r>
              <a:rPr lang="en-US">
                <a:latin typeface="Arial"/>
              </a:rPr>
              <a:t>c</a:t>
            </a:r>
            <a:r>
              <a:rPr lang="en-US">
                <a:latin typeface="Arial"/>
              </a:rPr>
              <a:t>i</a:t>
            </a:r>
            <a:r>
              <a:rPr lang="en-US">
                <a:latin typeface="Arial"/>
              </a:rPr>
              <a:t>l</a:t>
            </a:r>
            <a:r>
              <a:rPr lang="en-US">
                <a:latin typeface="Arial"/>
              </a:rPr>
              <a:t>i</a:t>
            </a:r>
            <a:r>
              <a:rPr lang="en-US">
                <a:latin typeface="Arial"/>
              </a:rPr>
              <a:t>t</a:t>
            </a:r>
            <a:r>
              <a:rPr lang="en-US">
                <a:latin typeface="Arial"/>
              </a:rPr>
              <a:t>y</a:t>
            </a:r>
            <a:r>
              <a:rPr lang="en-US">
                <a:latin typeface="Arial"/>
              </a:rPr>
              <a:t> </a:t>
            </a:r>
            <a:r>
              <a:rPr lang="en-US">
                <a:latin typeface="Arial"/>
              </a:rPr>
              <a:t>a</a:t>
            </a:r>
            <a:r>
              <a:rPr lang="en-US">
                <a:latin typeface="Arial"/>
              </a:rPr>
              <a:t>v</a:t>
            </a:r>
            <a:r>
              <a:rPr lang="en-US">
                <a:latin typeface="Arial"/>
              </a:rPr>
              <a:t>a</a:t>
            </a:r>
            <a:r>
              <a:rPr lang="en-US">
                <a:latin typeface="Arial"/>
              </a:rPr>
              <a:t>i</a:t>
            </a:r>
            <a:r>
              <a:rPr lang="en-US">
                <a:latin typeface="Arial"/>
              </a:rPr>
              <a:t>l</a:t>
            </a:r>
            <a:r>
              <a:rPr lang="en-US">
                <a:latin typeface="Arial"/>
              </a:rPr>
              <a:t>a</a:t>
            </a:r>
            <a:r>
              <a:rPr lang="en-US">
                <a:latin typeface="Arial"/>
              </a:rPr>
              <a:t>b</a:t>
            </a:r>
            <a:r>
              <a:rPr lang="en-US">
                <a:latin typeface="Arial"/>
              </a:rPr>
              <a:t>i</a:t>
            </a:r>
            <a:r>
              <a:rPr lang="en-US">
                <a:latin typeface="Arial"/>
              </a:rPr>
              <a:t>l</a:t>
            </a:r>
            <a:r>
              <a:rPr lang="en-US">
                <a:latin typeface="Arial"/>
              </a:rPr>
              <a:t>i</a:t>
            </a:r>
            <a:r>
              <a:rPr lang="en-US">
                <a:latin typeface="Arial"/>
              </a:rPr>
              <a:t>t</a:t>
            </a:r>
            <a:r>
              <a:rPr lang="en-US">
                <a:latin typeface="Arial"/>
              </a:rPr>
              <a:t>y</a:t>
            </a:r>
            <a:r>
              <a:rPr lang="en-US">
                <a:latin typeface="Arial"/>
              </a:rPr>
              <a:t> </a:t>
            </a:r>
            <a:r>
              <a:rPr lang="en-US">
                <a:latin typeface="Arial"/>
              </a:rPr>
              <a:t>m</a:t>
            </a:r>
            <a:r>
              <a:rPr lang="en-US">
                <a:latin typeface="Arial"/>
              </a:rPr>
              <a:t>u</a:t>
            </a:r>
            <a:r>
              <a:rPr lang="en-US">
                <a:latin typeface="Arial"/>
              </a:rPr>
              <a:t>s</a:t>
            </a:r>
            <a:r>
              <a:rPr lang="en-US">
                <a:latin typeface="Arial"/>
              </a:rPr>
              <a:t>t</a:t>
            </a:r>
            <a:r>
              <a:rPr lang="en-US">
                <a:latin typeface="Arial"/>
              </a:rPr>
              <a:t> </a:t>
            </a:r>
            <a:r>
              <a:rPr lang="en-US">
                <a:latin typeface="Arial"/>
              </a:rPr>
              <a:t>b</a:t>
            </a:r>
            <a:r>
              <a:rPr lang="en-US">
                <a:latin typeface="Arial"/>
              </a:rPr>
              <a:t>e</a:t>
            </a:r>
            <a:r>
              <a:rPr lang="en-US">
                <a:latin typeface="Arial"/>
              </a:rPr>
              <a:t> </a:t>
            </a:r>
            <a:r>
              <a:rPr lang="en-US">
                <a:latin typeface="Arial"/>
              </a:rPr>
              <a:t>v</a:t>
            </a:r>
            <a:r>
              <a:rPr lang="en-US">
                <a:latin typeface="Arial"/>
              </a:rPr>
              <a:t>e</a:t>
            </a:r>
            <a:r>
              <a:rPr lang="en-US">
                <a:latin typeface="Arial"/>
              </a:rPr>
              <a:t>r</a:t>
            </a:r>
            <a:r>
              <a:rPr lang="en-US">
                <a:latin typeface="Arial"/>
              </a:rPr>
              <a:t>i</a:t>
            </a:r>
            <a:r>
              <a:rPr lang="en-US">
                <a:latin typeface="Arial"/>
              </a:rPr>
              <a:t>f</a:t>
            </a:r>
            <a:r>
              <a:rPr lang="en-US">
                <a:latin typeface="Arial"/>
              </a:rPr>
              <a:t>i</a:t>
            </a:r>
            <a:r>
              <a:rPr lang="en-US">
                <a:latin typeface="Arial"/>
              </a:rPr>
              <a:t>e</a:t>
            </a:r>
            <a:r>
              <a:rPr lang="en-US">
                <a:latin typeface="Arial"/>
              </a:rPr>
              <a:t>d</a:t>
            </a:r>
            <a:endParaRPr lang="en-PH"/>
          </a:p>
          <a:p>
            <a:pPr indent="0" marL="0">
              <a:buNone/>
            </a:pPr>
            <a:endParaRPr lang="en-PH"/>
          </a:p>
          <a:p>
            <a:pPr indent="0" marL="0">
              <a:buNone/>
            </a:pPr>
            <a:endParaRPr lang="en-PH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500">
        <p:checker dir="horz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5CD"/>
        </a:solidFill>
      </p:bgPr>
    </p:bg>
    <p:spTree>
      <p:nvGrpSpPr>
        <p:cNvPr id="3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"/>
          <p:cNvSpPr>
            <a:spLocks noGrp="1"/>
          </p:cNvSpPr>
          <p:nvPr>
            <p:ph type="title"/>
          </p:nvPr>
        </p:nvSpPr>
        <p:spPr>
          <a:xfrm>
            <a:off x="539619" y="896108"/>
            <a:ext cx="7171802" cy="899636"/>
          </a:xfrm>
        </p:spPr>
        <p:txBody>
          <a:bodyPr>
            <a:normAutofit fontScale="90000"/>
          </a:bodyPr>
          <a:p>
            <a:r>
              <a:rPr lang="en-US"/>
              <a:t>C</a:t>
            </a:r>
            <a:r>
              <a:rPr lang="en-US"/>
              <a:t>O</a:t>
            </a:r>
            <a:r>
              <a:rPr lang="en-US"/>
              <a:t>N</a:t>
            </a:r>
            <a:r>
              <a:rPr lang="en-US"/>
              <a:t>C</a:t>
            </a:r>
            <a:r>
              <a:rPr lang="en-US"/>
              <a:t>L</a:t>
            </a:r>
            <a:r>
              <a:rPr lang="en-US"/>
              <a:t>U</a:t>
            </a:r>
            <a:r>
              <a:rPr lang="en-US"/>
              <a:t>S</a:t>
            </a:r>
            <a:r>
              <a:rPr lang="en-US"/>
              <a:t>I</a:t>
            </a:r>
            <a:r>
              <a:rPr lang="en-US"/>
              <a:t>O</a:t>
            </a:r>
            <a:r>
              <a:rPr lang="en-US"/>
              <a:t>N</a:t>
            </a:r>
            <a:br>
              <a:rPr lang="en-US"/>
            </a:br>
            <a:br>
              <a:rPr lang="en-US"/>
            </a:br>
            <a:r>
              <a:rPr lang="en-US"/>
              <a:t>M</a:t>
            </a:r>
            <a:r>
              <a:rPr lang="en-US"/>
              <a:t>a</a:t>
            </a:r>
            <a:r>
              <a:rPr lang="en-US"/>
              <a:t>k</a:t>
            </a:r>
            <a:r>
              <a:rPr lang="en-US"/>
              <a:t>i</a:t>
            </a:r>
            <a:r>
              <a:rPr lang="en-US"/>
              <a:t>n</a:t>
            </a:r>
            <a:r>
              <a:rPr lang="en-US"/>
              <a:t>g</a:t>
            </a:r>
            <a:r>
              <a:rPr lang="en-US"/>
              <a:t> </a:t>
            </a:r>
            <a:r>
              <a:rPr lang="en-US"/>
              <a:t>i</a:t>
            </a:r>
            <a:r>
              <a:rPr lang="en-US"/>
              <a:t>m</a:t>
            </a:r>
            <a:r>
              <a:rPr lang="en-US"/>
              <a:t>p</a:t>
            </a:r>
            <a:r>
              <a:rPr lang="en-US"/>
              <a:t>o</a:t>
            </a:r>
            <a:r>
              <a:rPr lang="en-US"/>
              <a:t>r</a:t>
            </a:r>
            <a:r>
              <a:rPr lang="en-US"/>
              <a:t>t</a:t>
            </a:r>
            <a:r>
              <a:rPr lang="en-US"/>
              <a:t>a</a:t>
            </a:r>
            <a:r>
              <a:rPr lang="en-US"/>
              <a:t>n</a:t>
            </a:r>
            <a:r>
              <a:rPr lang="en-US"/>
              <a:t>t</a:t>
            </a:r>
            <a:r>
              <a:rPr lang="en-US"/>
              <a:t> </a:t>
            </a:r>
            <a:r>
              <a:rPr lang="en-US"/>
              <a:t>L</a:t>
            </a:r>
            <a:r>
              <a:rPr lang="en-US"/>
              <a:t>o</a:t>
            </a:r>
            <a:r>
              <a:rPr lang="en-US"/>
              <a:t>c</a:t>
            </a:r>
            <a:r>
              <a:rPr lang="en-US"/>
              <a:t>a</a:t>
            </a:r>
            <a:r>
              <a:rPr lang="en-US"/>
              <a:t>t</a:t>
            </a:r>
            <a:r>
              <a:rPr lang="en-US"/>
              <a:t>i</a:t>
            </a:r>
            <a:r>
              <a:rPr lang="en-US"/>
              <a:t>o</a:t>
            </a:r>
            <a:r>
              <a:rPr lang="en-US"/>
              <a:t>n</a:t>
            </a:r>
            <a:r>
              <a:rPr lang="en-US"/>
              <a:t>s</a:t>
            </a:r>
            <a:r>
              <a:rPr lang="en-US"/>
              <a:t> </a:t>
            </a:r>
            <a:r>
              <a:rPr lang="en-US"/>
              <a:t>m</a:t>
            </a:r>
            <a:r>
              <a:rPr lang="en-US"/>
              <a:t>o</a:t>
            </a:r>
            <a:r>
              <a:rPr lang="en-US"/>
              <a:t>r</a:t>
            </a:r>
            <a:r>
              <a:rPr lang="en-US"/>
              <a:t>e</a:t>
            </a:r>
            <a:r>
              <a:rPr lang="en-US"/>
              <a:t> </a:t>
            </a:r>
            <a:r>
              <a:rPr lang="en-US"/>
              <a:t>a</a:t>
            </a:r>
            <a:r>
              <a:rPr lang="en-US"/>
              <a:t>c</a:t>
            </a:r>
            <a:r>
              <a:rPr lang="en-US"/>
              <a:t>c</a:t>
            </a:r>
            <a:r>
              <a:rPr lang="en-US"/>
              <a:t>e</a:t>
            </a:r>
            <a:r>
              <a:rPr lang="en-US"/>
              <a:t>s</a:t>
            </a:r>
            <a:r>
              <a:rPr lang="en-US"/>
              <a:t>s</a:t>
            </a:r>
            <a:r>
              <a:rPr lang="en-US"/>
              <a:t>i</a:t>
            </a:r>
            <a:r>
              <a:rPr lang="en-US"/>
              <a:t>b</a:t>
            </a:r>
            <a:r>
              <a:rPr lang="en-US"/>
              <a:t>l</a:t>
            </a:r>
            <a:r>
              <a:rPr lang="en-US"/>
              <a:t>e</a:t>
            </a:r>
            <a:endParaRPr lang="en-PH"/>
          </a:p>
        </p:txBody>
      </p:sp>
      <p:sp>
        <p:nvSpPr>
          <p:cNvPr id="1048676" name=""/>
          <p:cNvSpPr>
            <a:spLocks noGrp="1"/>
          </p:cNvSpPr>
          <p:nvPr>
            <p:ph idx="1"/>
          </p:nvPr>
        </p:nvSpPr>
        <p:spPr>
          <a:xfrm>
            <a:off x="603774" y="2610750"/>
            <a:ext cx="7107646" cy="3171074"/>
          </a:xfrm>
        </p:spPr>
        <p:txBody>
          <a:bodyPr/>
          <a:p>
            <a:r>
              <a:rPr lang="en-US"/>
              <a:t>S</a:t>
            </a:r>
            <a:r>
              <a:rPr lang="en-US"/>
              <a:t>i</a:t>
            </a:r>
            <a:r>
              <a:rPr lang="en-US"/>
              <a:t>m</a:t>
            </a:r>
            <a:r>
              <a:rPr lang="en-US"/>
              <a:t>p</a:t>
            </a:r>
            <a:r>
              <a:rPr lang="en-US"/>
              <a:t>l</a:t>
            </a:r>
            <a:r>
              <a:rPr lang="en-US"/>
              <a:t>i</a:t>
            </a:r>
            <a:r>
              <a:rPr lang="en-US"/>
              <a:t>f</a:t>
            </a:r>
            <a:r>
              <a:rPr lang="en-US"/>
              <a:t>i</a:t>
            </a:r>
            <a:r>
              <a:rPr lang="en-US"/>
              <a:t>e</a:t>
            </a:r>
            <a:r>
              <a:rPr lang="en-US"/>
              <a:t>s</a:t>
            </a:r>
            <a:r>
              <a:rPr lang="en-US"/>
              <a:t> </a:t>
            </a:r>
            <a:r>
              <a:rPr lang="en-US"/>
              <a:t>f</a:t>
            </a:r>
            <a:r>
              <a:rPr lang="en-US"/>
              <a:t>a</a:t>
            </a:r>
            <a:r>
              <a:rPr lang="en-US"/>
              <a:t>c</a:t>
            </a:r>
            <a:r>
              <a:rPr lang="en-US"/>
              <a:t>i</a:t>
            </a:r>
            <a:r>
              <a:rPr lang="en-US"/>
              <a:t>l</a:t>
            </a:r>
            <a:r>
              <a:rPr lang="en-US"/>
              <a:t>i</a:t>
            </a:r>
            <a:r>
              <a:rPr lang="en-US"/>
              <a:t>t</a:t>
            </a:r>
            <a:r>
              <a:rPr lang="en-US"/>
              <a:t>y</a:t>
            </a:r>
            <a:r>
              <a:rPr lang="en-US"/>
              <a:t> </a:t>
            </a:r>
            <a:r>
              <a:rPr lang="en-US"/>
              <a:t>s</a:t>
            </a:r>
            <a:r>
              <a:rPr lang="en-US"/>
              <a:t>e</a:t>
            </a:r>
            <a:r>
              <a:rPr lang="en-US"/>
              <a:t>a</a:t>
            </a:r>
            <a:r>
              <a:rPr lang="en-US"/>
              <a:t>r</a:t>
            </a:r>
            <a:r>
              <a:rPr lang="en-US"/>
              <a:t>c</a:t>
            </a:r>
            <a:r>
              <a:rPr lang="en-US"/>
              <a:t>h</a:t>
            </a:r>
            <a:r>
              <a:rPr lang="en-US"/>
              <a:t>i</a:t>
            </a:r>
            <a:r>
              <a:rPr lang="en-US"/>
              <a:t>n</a:t>
            </a:r>
            <a:r>
              <a:rPr lang="en-US"/>
              <a:t>g</a:t>
            </a:r>
            <a:r>
              <a:rPr lang="en-US"/>
              <a:t> </a:t>
            </a:r>
            <a:endParaRPr lang="en-PH"/>
          </a:p>
          <a:p>
            <a:r>
              <a:rPr lang="en-US"/>
              <a:t>S</a:t>
            </a:r>
            <a:r>
              <a:rPr lang="en-US"/>
              <a:t>u</a:t>
            </a:r>
            <a:r>
              <a:rPr lang="en-US"/>
              <a:t>p</a:t>
            </a:r>
            <a:r>
              <a:rPr lang="en-US"/>
              <a:t>p</a:t>
            </a:r>
            <a:r>
              <a:rPr lang="en-US"/>
              <a:t>o</a:t>
            </a:r>
            <a:r>
              <a:rPr lang="en-US"/>
              <a:t>r</a:t>
            </a:r>
            <a:r>
              <a:rPr lang="en-US"/>
              <a:t>t</a:t>
            </a:r>
            <a:r>
              <a:rPr lang="en-US"/>
              <a:t> </a:t>
            </a:r>
            <a:r>
              <a:rPr lang="en-US"/>
              <a:t>e</a:t>
            </a:r>
            <a:r>
              <a:rPr lang="en-US"/>
              <a:t>m</a:t>
            </a:r>
            <a:r>
              <a:rPr lang="en-US"/>
              <a:t>e</a:t>
            </a:r>
            <a:r>
              <a:rPr lang="en-US"/>
              <a:t>r</a:t>
            </a:r>
            <a:r>
              <a:rPr lang="en-US"/>
              <a:t>g</a:t>
            </a:r>
            <a:r>
              <a:rPr lang="en-US"/>
              <a:t>e</a:t>
            </a:r>
            <a:r>
              <a:rPr lang="en-US"/>
              <a:t>n</a:t>
            </a:r>
            <a:r>
              <a:rPr lang="en-US"/>
              <a:t>c</a:t>
            </a:r>
            <a:r>
              <a:rPr lang="en-US"/>
              <a:t>y</a:t>
            </a:r>
            <a:r>
              <a:rPr lang="en-US"/>
              <a:t> </a:t>
            </a:r>
            <a:r>
              <a:rPr lang="en-US"/>
              <a:t>p</a:t>
            </a:r>
            <a:r>
              <a:rPr lang="en-US"/>
              <a:t>r</a:t>
            </a:r>
            <a:r>
              <a:rPr lang="en-US"/>
              <a:t>e</a:t>
            </a:r>
            <a:r>
              <a:rPr lang="en-US"/>
              <a:t>p</a:t>
            </a:r>
            <a:r>
              <a:rPr lang="en-US"/>
              <a:t>a</a:t>
            </a:r>
            <a:r>
              <a:rPr lang="en-US"/>
              <a:t>r</a:t>
            </a:r>
            <a:r>
              <a:rPr lang="en-US"/>
              <a:t>e</a:t>
            </a:r>
            <a:r>
              <a:rPr lang="en-US"/>
              <a:t>d</a:t>
            </a:r>
            <a:r>
              <a:rPr lang="en-US"/>
              <a:t>n</a:t>
            </a:r>
            <a:r>
              <a:rPr lang="en-US"/>
              <a:t>e</a:t>
            </a:r>
            <a:r>
              <a:rPr lang="en-US"/>
              <a:t>s</a:t>
            </a:r>
            <a:r>
              <a:rPr lang="en-US"/>
              <a:t>s</a:t>
            </a:r>
            <a:endParaRPr lang="en-PH"/>
          </a:p>
          <a:p>
            <a:r>
              <a:rPr lang="en-US"/>
              <a:t>H</a:t>
            </a:r>
            <a:r>
              <a:rPr lang="en-US"/>
              <a:t>e</a:t>
            </a:r>
            <a:r>
              <a:rPr lang="en-US"/>
              <a:t>p</a:t>
            </a:r>
            <a:r>
              <a:rPr lang="en-US"/>
              <a:t>l</a:t>
            </a:r>
            <a:r>
              <a:rPr lang="en-US"/>
              <a:t>s</a:t>
            </a:r>
            <a:r>
              <a:rPr lang="en-US"/>
              <a:t> </a:t>
            </a:r>
            <a:r>
              <a:rPr lang="en-US"/>
              <a:t>u</a:t>
            </a:r>
            <a:r>
              <a:rPr lang="en-US"/>
              <a:t>s</a:t>
            </a:r>
            <a:r>
              <a:rPr lang="en-US"/>
              <a:t>e</a:t>
            </a:r>
            <a:r>
              <a:rPr lang="en-US"/>
              <a:t>r</a:t>
            </a:r>
            <a:r>
              <a:rPr lang="en-US"/>
              <a:t>s</a:t>
            </a:r>
            <a:r>
              <a:rPr lang="en-US"/>
              <a:t> </a:t>
            </a:r>
            <a:r>
              <a:rPr lang="en-US"/>
              <a:t>m</a:t>
            </a:r>
            <a:r>
              <a:rPr lang="en-US"/>
              <a:t>a</a:t>
            </a:r>
            <a:r>
              <a:rPr lang="en-US"/>
              <a:t>k</a:t>
            </a:r>
            <a:r>
              <a:rPr lang="en-US"/>
              <a:t>e</a:t>
            </a:r>
            <a:r>
              <a:rPr lang="en-US"/>
              <a:t> </a:t>
            </a:r>
            <a:r>
              <a:rPr lang="en-US"/>
              <a:t>i</a:t>
            </a:r>
            <a:r>
              <a:rPr lang="en-US"/>
              <a:t>n</a:t>
            </a:r>
            <a:r>
              <a:rPr lang="en-US"/>
              <a:t>f</a:t>
            </a:r>
            <a:r>
              <a:rPr lang="en-US"/>
              <a:t>o</a:t>
            </a:r>
            <a:r>
              <a:rPr lang="en-US"/>
              <a:t>r</a:t>
            </a:r>
            <a:r>
              <a:rPr lang="en-US"/>
              <a:t>m</a:t>
            </a:r>
            <a:r>
              <a:rPr lang="en-US"/>
              <a:t>e</a:t>
            </a:r>
            <a:r>
              <a:rPr lang="en-US"/>
              <a:t>d</a:t>
            </a:r>
            <a:r>
              <a:rPr lang="en-US"/>
              <a:t> </a:t>
            </a:r>
            <a:r>
              <a:rPr lang="en-US"/>
              <a:t>d</a:t>
            </a:r>
            <a:r>
              <a:rPr lang="en-US"/>
              <a:t>e</a:t>
            </a:r>
            <a:r>
              <a:rPr lang="en-US"/>
              <a:t>c</a:t>
            </a:r>
            <a:r>
              <a:rPr lang="en-US"/>
              <a:t>i</a:t>
            </a:r>
            <a:r>
              <a:rPr lang="en-US"/>
              <a:t>s</a:t>
            </a:r>
            <a:r>
              <a:rPr lang="en-US"/>
              <a:t>i</a:t>
            </a:r>
            <a:r>
              <a:rPr lang="en-US"/>
              <a:t>o</a:t>
            </a:r>
            <a:r>
              <a:rPr lang="en-US"/>
              <a:t>n</a:t>
            </a:r>
            <a:r>
              <a:rPr lang="en-US"/>
              <a:t>s</a:t>
            </a:r>
            <a:endParaRPr lang="en-PH"/>
          </a:p>
          <a:p>
            <a:r>
              <a:rPr lang="en-US"/>
              <a:t>C</a:t>
            </a:r>
            <a:r>
              <a:rPr lang="en-US"/>
              <a:t>o</a:t>
            </a:r>
            <a:r>
              <a:rPr lang="en-US"/>
              <a:t>m</a:t>
            </a:r>
            <a:r>
              <a:rPr lang="en-US"/>
              <a:t>p</a:t>
            </a:r>
            <a:r>
              <a:rPr lang="en-US"/>
              <a:t>l</a:t>
            </a:r>
            <a:r>
              <a:rPr lang="en-US"/>
              <a:t>e</a:t>
            </a:r>
            <a:r>
              <a:rPr lang="en-US"/>
              <a:t>m</a:t>
            </a:r>
            <a:r>
              <a:rPr lang="en-US"/>
              <a:t>e</a:t>
            </a:r>
            <a:r>
              <a:rPr lang="en-US"/>
              <a:t>n</a:t>
            </a:r>
            <a:r>
              <a:rPr lang="en-US"/>
              <a:t>t</a:t>
            </a:r>
            <a:r>
              <a:rPr lang="en-US"/>
              <a:t>s</a:t>
            </a:r>
            <a:r>
              <a:rPr lang="en-US"/>
              <a:t>,</a:t>
            </a:r>
            <a:r>
              <a:rPr lang="en-US"/>
              <a:t> </a:t>
            </a:r>
            <a:r>
              <a:rPr lang="en-US"/>
              <a:t>b</a:t>
            </a:r>
            <a:r>
              <a:rPr lang="en-US"/>
              <a:t>u</a:t>
            </a:r>
            <a:r>
              <a:rPr lang="en-US"/>
              <a:t>t</a:t>
            </a:r>
            <a:r>
              <a:rPr lang="en-US"/>
              <a:t> </a:t>
            </a:r>
            <a:r>
              <a:rPr lang="en-US"/>
              <a:t>d</a:t>
            </a:r>
            <a:r>
              <a:rPr lang="en-US"/>
              <a:t>o</a:t>
            </a:r>
            <a:r>
              <a:rPr lang="en-US"/>
              <a:t>e</a:t>
            </a:r>
            <a:r>
              <a:rPr lang="en-US"/>
              <a:t>s</a:t>
            </a:r>
            <a:r>
              <a:rPr lang="en-US"/>
              <a:t> </a:t>
            </a:r>
            <a:r>
              <a:rPr lang="en-US"/>
              <a:t>n</a:t>
            </a:r>
            <a:r>
              <a:rPr lang="en-US"/>
              <a:t>o</a:t>
            </a:r>
            <a:r>
              <a:rPr lang="en-US"/>
              <a:t>t</a:t>
            </a:r>
            <a:r>
              <a:rPr lang="en-US"/>
              <a:t> </a:t>
            </a:r>
            <a:r>
              <a:rPr lang="en-US"/>
              <a:t>r</a:t>
            </a:r>
            <a:r>
              <a:rPr lang="en-US"/>
              <a:t>e</a:t>
            </a:r>
            <a:r>
              <a:rPr lang="en-US"/>
              <a:t>p</a:t>
            </a:r>
            <a:r>
              <a:rPr lang="en-US"/>
              <a:t>l</a:t>
            </a:r>
            <a:r>
              <a:rPr lang="en-US"/>
              <a:t>a</a:t>
            </a:r>
            <a:r>
              <a:rPr lang="en-US"/>
              <a:t>c</a:t>
            </a:r>
            <a:r>
              <a:rPr lang="en-US"/>
              <a:t>e</a:t>
            </a:r>
            <a:r>
              <a:rPr lang="en-US"/>
              <a:t>,</a:t>
            </a:r>
            <a:r>
              <a:rPr lang="en-US"/>
              <a:t> </a:t>
            </a:r>
            <a:r>
              <a:rPr lang="en-US"/>
              <a:t>o</a:t>
            </a:r>
            <a:r>
              <a:rPr lang="en-US"/>
              <a:t>f</a:t>
            </a:r>
            <a:r>
              <a:rPr lang="en-US"/>
              <a:t>f</a:t>
            </a:r>
            <a:r>
              <a:rPr lang="en-US"/>
              <a:t>i</a:t>
            </a:r>
            <a:r>
              <a:rPr lang="en-US"/>
              <a:t>c</a:t>
            </a:r>
            <a:r>
              <a:rPr lang="en-US"/>
              <a:t>i</a:t>
            </a:r>
            <a:r>
              <a:rPr lang="en-US"/>
              <a:t>a</a:t>
            </a:r>
            <a:r>
              <a:rPr lang="en-US"/>
              <a:t>l</a:t>
            </a:r>
            <a:r>
              <a:rPr lang="en-US"/>
              <a:t> </a:t>
            </a:r>
            <a:r>
              <a:rPr lang="en-US"/>
              <a:t>e</a:t>
            </a:r>
            <a:r>
              <a:rPr lang="en-US"/>
              <a:t>m</a:t>
            </a:r>
            <a:r>
              <a:rPr lang="en-US"/>
              <a:t>e</a:t>
            </a:r>
            <a:r>
              <a:rPr lang="en-US"/>
              <a:t>r</a:t>
            </a:r>
            <a:r>
              <a:rPr lang="en-US"/>
              <a:t>g</a:t>
            </a:r>
            <a:r>
              <a:rPr lang="en-US"/>
              <a:t>e</a:t>
            </a:r>
            <a:r>
              <a:rPr lang="en-US"/>
              <a:t>n</a:t>
            </a:r>
            <a:r>
              <a:rPr lang="en-US"/>
              <a:t>c</a:t>
            </a:r>
            <a:r>
              <a:rPr lang="en-US"/>
              <a:t>y</a:t>
            </a:r>
            <a:r>
              <a:rPr lang="en-US"/>
              <a:t> </a:t>
            </a:r>
            <a:r>
              <a:rPr lang="en-US"/>
              <a:t>s</a:t>
            </a:r>
            <a:r>
              <a:rPr lang="en-US"/>
              <a:t>e</a:t>
            </a:r>
            <a:r>
              <a:rPr lang="en-US"/>
              <a:t>r</a:t>
            </a:r>
            <a:r>
              <a:rPr lang="en-US"/>
              <a:t>v</a:t>
            </a:r>
            <a:r>
              <a:rPr lang="en-US"/>
              <a:t>i</a:t>
            </a:r>
            <a:r>
              <a:rPr lang="en-US"/>
              <a:t>c</a:t>
            </a:r>
            <a:r>
              <a:rPr lang="en-US"/>
              <a:t>e</a:t>
            </a:r>
            <a:r>
              <a:rPr lang="en-US"/>
              <a:t>s</a:t>
            </a:r>
            <a:r>
              <a:rPr lang="en-US"/>
              <a:t>.</a:t>
            </a:r>
            <a:endParaRPr lang="en-PH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500">
        <p:checker dir="horz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5CD"/>
        </a:solidFill>
      </p:bgPr>
    </p:bg>
    <p:spTree>
      <p:nvGrpSpPr>
        <p:cNvPr id="3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"/>
          <p:cNvSpPr>
            <a:spLocks noGrp="1"/>
          </p:cNvSpPr>
          <p:nvPr>
            <p:ph type="title"/>
          </p:nvPr>
        </p:nvSpPr>
        <p:spPr>
          <a:xfrm>
            <a:off x="2712964" y="2831022"/>
            <a:ext cx="3718071" cy="893331"/>
          </a:xfrm>
        </p:spPr>
        <p:txBody>
          <a:bodyPr/>
          <a:p>
            <a:r>
              <a:rPr lang="en-US"/>
              <a:t>T</a:t>
            </a:r>
            <a:r>
              <a:rPr lang="en-US"/>
              <a:t>H</a:t>
            </a:r>
            <a:r>
              <a:rPr lang="en-US"/>
              <a:t>A</a:t>
            </a:r>
            <a:r>
              <a:rPr lang="en-US"/>
              <a:t>N</a:t>
            </a:r>
            <a:r>
              <a:rPr lang="en-US"/>
              <a:t>K</a:t>
            </a:r>
            <a:r>
              <a:rPr lang="en-US"/>
              <a:t> </a:t>
            </a:r>
            <a:r>
              <a:rPr lang="en-US"/>
              <a:t>Y</a:t>
            </a:r>
            <a:r>
              <a:rPr lang="en-US"/>
              <a:t>O</a:t>
            </a:r>
            <a:r>
              <a:rPr lang="en-US"/>
              <a:t>U</a:t>
            </a:r>
            <a:r>
              <a:rPr lang="en-US"/>
              <a:t>!</a:t>
            </a:r>
            <a:r>
              <a:rPr lang="en-US"/>
              <a:t>!</a:t>
            </a:r>
            <a:endParaRPr lang="en-PH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500">
        <p:checker dir="horz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WPS Office</Application>
  <ScaleCrop>0</ScaleCrop>
  <LinksUpToDate>0</LinksUpToDate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SLG-W09</dc:creator>
  <dcterms:created xsi:type="dcterms:W3CDTF">2015-05-10T09:30:45Z</dcterms:created>
  <dcterms:modified xsi:type="dcterms:W3CDTF">2026-10-24T05:27:39Z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ad91c4c1d3404e2ea41d6873b1d0e4db_21</vt:lpwstr>
  </property>
</Properties>
</file>