
<file path=[Content_Types].xml><?xml version="1.0" encoding="utf-8"?>
<Types xmlns="http://schemas.openxmlformats.org/package/2006/content-types">
  <Default Extension="rels" ContentType="application/vnd.openxmlformats-package.relationships+xml"/>
  <Default Extension="xml" ContentType="application/xml"/>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saveSubsetFonts="1">
  <p:sldMasterIdLst>
    <p:sldMasterId id="2147483648" r:id="rId1"/>
  </p:sldMasterIdLst>
  <p:notesMasterIdLst>
    <p:notesMasterId r:id="rId2"/>
  </p:notesMasterIdLst>
  <p:sldIdLst>
    <p:sldId id="257" r:id="rId3"/>
    <p:sldId id="258" r:id="rId4"/>
    <p:sldId id="259" r:id="rId5"/>
    <p:sldId id="260" r:id="rId6"/>
    <p:sldId id="261" r:id="rId7"/>
    <p:sldId id="262" r:id="rId8"/>
    <p:sldId id="263" r:id="rId9"/>
    <p:sldId id="264" r:id="rId10"/>
    <p:sldId id="265" r:id="rId11"/>
  </p:sldIdLst>
  <p:sldSz type="screen4x3" cy="6858000" cx="9144000"/>
  <p:notesSz cx="6858000" cy="9144000"/>
  <p:defaultTextStyle>
    <a:defPPr>
      <a:defRPr lang="zh-CN"/>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p:normalViewPr horzBarState="maximized">
    <p:restoredLeft sz="15987" autoAdjust="0"/>
    <p:restoredTop sz="94660"/>
  </p:normalViewPr>
  <p:slideViewPr>
    <p:cSldViewPr snapToGrid="0">
      <p:cViewPr varScale="1">
        <p:scale>
          <a:sx n="116" d="100"/>
          <a:sy n="116" d="100"/>
        </p:scale>
        <p:origin x="1446" y="108"/>
      </p:cViewPr>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tableStyles" Target="tableStyles.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37" name=""/>
        <p:cNvGrpSpPr/>
        <p:nvPr/>
      </p:nvGrpSpPr>
      <p:grpSpPr>
        <a:xfrm>
          <a:off x="0" y="0"/>
          <a:ext cx="0" cy="0"/>
          <a:chOff x="0" y="0"/>
          <a:chExt cx="0" cy="0"/>
        </a:xfrm>
      </p:grpSpPr>
      <p:sp>
        <p:nvSpPr>
          <p:cNvPr id="1048645" name="Rectangle 2"/>
          <p:cNvSpPr>
            <a:spLocks noGrp="1" noChangeArrowheads="1"/>
          </p:cNvSpPr>
          <p:nvPr>
            <p:ph type="hdr" sz="quarter"/>
          </p:nvPr>
        </p:nvSpPr>
        <p:spPr bwMode="auto">
          <a:xfrm>
            <a:off x="2"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l">
              <a:defRPr sz="1100"/>
            </a:lvl1pPr>
          </a:lstStyle>
          <a:p>
            <a:endParaRPr lang="en-US"/>
          </a:p>
        </p:txBody>
      </p:sp>
      <p:sp>
        <p:nvSpPr>
          <p:cNvPr id="1048646" name="Rectangle 3"/>
          <p:cNvSpPr>
            <a:spLocks noGrp="1" noChangeArrowheads="1"/>
          </p:cNvSpPr>
          <p:nvPr>
            <p:ph type="dt" idx="1"/>
          </p:nvPr>
        </p:nvSpPr>
        <p:spPr bwMode="auto">
          <a:xfrm>
            <a:off x="4021139"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r">
              <a:defRPr sz="1100"/>
            </a:lvl1pPr>
          </a:lstStyle>
          <a:p>
            <a:endParaRPr lang="en-US"/>
          </a:p>
        </p:txBody>
      </p:sp>
      <p:sp>
        <p:nvSpPr>
          <p:cNvPr id="1048647" name="Rectangle 4"/>
          <p:cNvSpPr>
            <a:spLocks noChangeAspect="1" noRot="1" noGrp="1" noChangeArrowheads="1" noTextEdit="1"/>
          </p:cNvSpPr>
          <p:nvPr>
            <p:ph type="sldImg" idx="2"/>
          </p:nvPr>
        </p:nvSpPr>
        <p:spPr bwMode="auto">
          <a:xfrm>
            <a:off x="990600" y="766763"/>
            <a:ext cx="5118100" cy="3838575"/>
          </a:xfrm>
          <a:prstGeom prst="rect"/>
          <a:noFill/>
          <a:ln w="9525">
            <a:solidFill>
              <a:srgbClr val="000000"/>
            </a:solidFill>
            <a:miter lim="800000"/>
            <a:headEnd/>
            <a:tailEnd/>
          </a:ln>
          <a:effectLst/>
        </p:spPr>
      </p:sp>
      <p:sp>
        <p:nvSpPr>
          <p:cNvPr id="1048648" name="Rectangle 5"/>
          <p:cNvSpPr>
            <a:spLocks noGrp="1" noChangeArrowheads="1"/>
          </p:cNvSpPr>
          <p:nvPr>
            <p:ph type="body" sz="quarter" idx="3"/>
          </p:nvPr>
        </p:nvSpPr>
        <p:spPr bwMode="auto">
          <a:xfrm>
            <a:off x="709614" y="4862514"/>
            <a:ext cx="5680075" cy="4605337"/>
          </a:xfrm>
          <a:prstGeom prst="rect"/>
          <a:noFill/>
          <a:ln w="9525">
            <a:noFill/>
            <a:miter lim="800000"/>
            <a:headEnd/>
            <a:tailEnd/>
          </a:ln>
          <a:effectLst/>
        </p:spPr>
        <p:txBody>
          <a:bodyPr anchor="t" anchorCtr="0" bIns="45745" compatLnSpc="1" lIns="91492" numCol="1" rIns="91492" tIns="45745" vert="horz" wrap="square">
            <a:prstTxWarp prst="textNoShape"/>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48649" name="Rectangle 6"/>
          <p:cNvSpPr>
            <a:spLocks noGrp="1" noChangeArrowheads="1"/>
          </p:cNvSpPr>
          <p:nvPr>
            <p:ph type="ftr" sz="quarter" idx="4"/>
          </p:nvPr>
        </p:nvSpPr>
        <p:spPr bwMode="auto">
          <a:xfrm>
            <a:off x="2"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l">
              <a:defRPr sz="1100"/>
            </a:lvl1pPr>
          </a:lstStyle>
          <a:p>
            <a:endParaRPr lang="en-US"/>
          </a:p>
        </p:txBody>
      </p:sp>
      <p:sp>
        <p:nvSpPr>
          <p:cNvPr id="1048650" name="Rectangle 7"/>
          <p:cNvSpPr>
            <a:spLocks noGrp="1" noChangeArrowheads="1"/>
          </p:cNvSpPr>
          <p:nvPr>
            <p:ph type="sldNum" sz="quarter" idx="5"/>
          </p:nvPr>
        </p:nvSpPr>
        <p:spPr bwMode="auto">
          <a:xfrm>
            <a:off x="4021139"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r">
              <a:defRPr sz="1100"/>
            </a:lvl1pPr>
          </a:lstStyle>
          <a:p>
            <a:fld id="{A9A0EA98-5831-4853-B862-C702E6EB345C}" type="slidenum">
              <a:rPr lang="en-US"/>
              <a:t>‹#›</a:t>
            </a:fld>
            <a:endParaRPr lang="en-US"/>
          </a:p>
        </p:txBody>
      </p:sp>
    </p:spTree>
  </p:cSld>
  <p:clrMap accent1="accent1" accent2="accent2" accent3="accent3" accent4="accent4" accent5="accent5" accent6="accent6" bg1="lt1" bg2="lt2" tx1="dk1" tx2="dk2" hlink="hlink" folHlink="folHlink"/>
  <p:notesStyle>
    <a:lvl1pPr algn="l" fontAlgn="base" rtl="0">
      <a:spcBef>
        <a:spcPct val="30000"/>
      </a:spcBef>
      <a:spcAft>
        <a:spcPct val="0"/>
      </a:spcAft>
      <a:defRPr sz="1200" kern="1200">
        <a:solidFill>
          <a:schemeClr val="tx1"/>
        </a:solidFill>
        <a:latin typeface="Arial" charset="0"/>
        <a:ea typeface="+mn-ea"/>
        <a:cs typeface="+mn-cs"/>
      </a:defRPr>
    </a:lvl1pPr>
    <a:lvl2pPr algn="l" fontAlgn="base" marL="457200" rtl="0">
      <a:spcBef>
        <a:spcPct val="30000"/>
      </a:spcBef>
      <a:spcAft>
        <a:spcPct val="0"/>
      </a:spcAft>
      <a:defRPr sz="1200" kern="1200">
        <a:solidFill>
          <a:schemeClr val="tx1"/>
        </a:solidFill>
        <a:latin typeface="Arial" charset="0"/>
        <a:ea typeface="+mn-ea"/>
        <a:cs typeface="+mn-cs"/>
      </a:defRPr>
    </a:lvl2pPr>
    <a:lvl3pPr algn="l" fontAlgn="base" marL="914400" rtl="0">
      <a:spcBef>
        <a:spcPct val="30000"/>
      </a:spcBef>
      <a:spcAft>
        <a:spcPct val="0"/>
      </a:spcAft>
      <a:defRPr sz="1200" kern="1200">
        <a:solidFill>
          <a:schemeClr val="tx1"/>
        </a:solidFill>
        <a:latin typeface="Arial" charset="0"/>
        <a:ea typeface="+mn-ea"/>
        <a:cs typeface="+mn-cs"/>
      </a:defRPr>
    </a:lvl3pPr>
    <a:lvl4pPr algn="l" fontAlgn="base" marL="1371600" rtl="0">
      <a:spcBef>
        <a:spcPct val="30000"/>
      </a:spcBef>
      <a:spcAft>
        <a:spcPct val="0"/>
      </a:spcAft>
      <a:defRPr sz="1200" kern="1200">
        <a:solidFill>
          <a:schemeClr val="tx1"/>
        </a:solidFill>
        <a:latin typeface="Arial" charset="0"/>
        <a:ea typeface="+mn-ea"/>
        <a:cs typeface="+mn-cs"/>
      </a:defRPr>
    </a:lvl4pPr>
    <a:lvl5pPr algn="l" fontAlgn="base" marL="1828800" rtl="0">
      <a:spcBef>
        <a:spcPct val="30000"/>
      </a:spcBef>
      <a:spcAft>
        <a:spcPct val="0"/>
      </a:spcAft>
      <a:defRPr sz="1200" kern="1200">
        <a:solidFill>
          <a:schemeClr val="tx1"/>
        </a:solidFill>
        <a:latin typeface="Arial" charset="0"/>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title">
  <p:cSld name="Title Slide">
    <p:spTree>
      <p:nvGrpSpPr>
        <p:cNvPr id="28" name=""/>
        <p:cNvGrpSpPr/>
        <p:nvPr/>
      </p:nvGrpSpPr>
      <p:grpSpPr>
        <a:xfrm>
          <a:off x="0" y="0"/>
          <a:ext cx="0" cy="0"/>
          <a:chOff x="0" y="0"/>
          <a:chExt cx="0" cy="0"/>
        </a:xfrm>
      </p:grpSpPr>
      <p:sp>
        <p:nvSpPr>
          <p:cNvPr id="1048594" name="Title 1"/>
          <p:cNvSpPr>
            <a:spLocks noGrp="1"/>
          </p:cNvSpPr>
          <p:nvPr>
            <p:ph type="ctrTitle"/>
          </p:nvPr>
        </p:nvSpPr>
        <p:spPr>
          <a:xfrm>
            <a:off x="685800" y="1122363"/>
            <a:ext cx="7772400" cy="2387600"/>
          </a:xfrm>
        </p:spPr>
        <p:txBody>
          <a:bodyPr anchor="b"/>
          <a:lstStyle>
            <a:lvl1pPr algn="ctr">
              <a:defRPr sz="6000"/>
            </a:lvl1pPr>
          </a:lstStyle>
          <a:p>
            <a:r>
              <a:rPr altLang="zh-CN" lang="en-US" smtClean="0"/>
              <a:t>Click to edit Master title style</a:t>
            </a:r>
            <a:endParaRPr dirty="0" lang="en-US"/>
          </a:p>
        </p:txBody>
      </p:sp>
      <p:sp>
        <p:nvSpPr>
          <p:cNvPr id="1048595" name="Subtitle 2"/>
          <p:cNvSpPr>
            <a:spLocks noGrp="1"/>
          </p:cNvSpPr>
          <p:nvPr>
            <p:ph type="subTitle" idx="1"/>
          </p:nvPr>
        </p:nvSpPr>
        <p:spPr>
          <a:xfrm>
            <a:off x="1143000" y="3602038"/>
            <a:ext cx="6858000" cy="1655762"/>
          </a:xfrm>
        </p:spPr>
        <p:txBody>
          <a:bodyPr/>
          <a:lstStyle>
            <a:lvl1pPr algn="ctr" indent="0" marL="0">
              <a:buNone/>
              <a:defRPr sz="2400"/>
            </a:lvl1pPr>
            <a:lvl2pPr algn="ctr" indent="0" marL="457200">
              <a:buNone/>
              <a:defRPr sz="2000"/>
            </a:lvl2pPr>
            <a:lvl3pPr algn="ctr" indent="0" marL="914400">
              <a:buNone/>
              <a:defRPr sz="1800"/>
            </a:lvl3pPr>
            <a:lvl4pPr algn="ctr" indent="0" marL="1371600">
              <a:buNone/>
              <a:defRPr sz="1600"/>
            </a:lvl4pPr>
            <a:lvl5pPr algn="ctr" indent="0" marL="1828800">
              <a:buNone/>
              <a:defRPr sz="1600"/>
            </a:lvl5pPr>
            <a:lvl6pPr algn="ctr" indent="0" marL="2286000">
              <a:buNone/>
              <a:defRPr sz="1600"/>
            </a:lvl6pPr>
            <a:lvl7pPr algn="ctr" indent="0" marL="2743200">
              <a:buNone/>
              <a:defRPr sz="1600"/>
            </a:lvl7pPr>
            <a:lvl8pPr algn="ctr" indent="0" marL="3200400">
              <a:buNone/>
              <a:defRPr sz="1600"/>
            </a:lvl8pPr>
            <a:lvl9pPr algn="ctr" indent="0" marL="3657600">
              <a:buNone/>
              <a:defRPr sz="1600"/>
            </a:lvl9pPr>
          </a:lstStyle>
          <a:p>
            <a:r>
              <a:rPr altLang="zh-CN" lang="en-US" smtClean="0"/>
              <a:t>Click to edit Master subtitle style</a:t>
            </a:r>
            <a:endParaRPr dirty="0" lang="en-US"/>
          </a:p>
        </p:txBody>
      </p:sp>
      <p:sp>
        <p:nvSpPr>
          <p:cNvPr id="1048596" name="Date Placeholder 3"/>
          <p:cNvSpPr>
            <a:spLocks noGrp="1"/>
          </p:cNvSpPr>
          <p:nvPr>
            <p:ph type="dt" sz="half" idx="10"/>
          </p:nvPr>
        </p:nvSpPr>
        <p:spPr/>
        <p:txBody>
          <a:bodyPr/>
          <a:p>
            <a:fld id="{70BC1078-46ED-40F9-8930-935BAD7C2B02}" type="datetimeFigureOut">
              <a:rPr altLang="en-US" lang="zh-CN" smtClean="0"/>
              <a:t>2015/5/12</a:t>
            </a:fld>
            <a:endParaRPr altLang="en-US" lang="zh-CN"/>
          </a:p>
        </p:txBody>
      </p:sp>
      <p:sp>
        <p:nvSpPr>
          <p:cNvPr id="1048597" name="Footer Placeholder 4"/>
          <p:cNvSpPr>
            <a:spLocks noGrp="1"/>
          </p:cNvSpPr>
          <p:nvPr>
            <p:ph type="ftr" sz="quarter" idx="11"/>
          </p:nvPr>
        </p:nvSpPr>
        <p:spPr/>
        <p:txBody>
          <a:bodyPr/>
          <a:p>
            <a:endParaRPr altLang="en-US" lang="zh-CN"/>
          </a:p>
        </p:txBody>
      </p:sp>
      <p:sp>
        <p:nvSpPr>
          <p:cNvPr id="1048598" name="Slide Number Placeholder 5"/>
          <p:cNvSpPr>
            <a:spLocks noGrp="1"/>
          </p:cNvSpPr>
          <p:nvPr>
            <p:ph type="sldNum" sz="quarter" idx="12"/>
          </p:nvPr>
        </p:nvSpPr>
        <p:spPr/>
        <p:txBody>
          <a:bodyPr/>
          <a:p>
            <a:fld id="{D5B52ADC-5BFA-4FBD-BEE2-16096B7F4166}" type="slidenum">
              <a:rPr altLang="en-US" lang="zh-CN" smtClean="0"/>
              <a:t>‹#›</a:t>
            </a:fld>
            <a:endParaRPr altLang="en-US" lang="zh-CN"/>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1000">
        <p:wheel spokes="1"/>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30" name=""/>
        <p:cNvGrpSpPr/>
        <p:nvPr/>
      </p:nvGrpSpPr>
      <p:grpSpPr>
        <a:xfrm>
          <a:off x="0" y="0"/>
          <a:ext cx="0" cy="0"/>
          <a:chOff x="0" y="0"/>
          <a:chExt cx="0" cy="0"/>
        </a:xfrm>
      </p:grpSpPr>
      <p:sp>
        <p:nvSpPr>
          <p:cNvPr id="1048604" name="Title 1"/>
          <p:cNvSpPr>
            <a:spLocks noGrp="1"/>
          </p:cNvSpPr>
          <p:nvPr>
            <p:ph type="title"/>
          </p:nvPr>
        </p:nvSpPr>
        <p:spPr/>
        <p:txBody>
          <a:bodyPr/>
          <a:p>
            <a:r>
              <a:rPr altLang="zh-CN" lang="en-US" smtClean="0"/>
              <a:t>Click to edit Master title style</a:t>
            </a:r>
            <a:endParaRPr dirty="0" lang="en-US"/>
          </a:p>
        </p:txBody>
      </p:sp>
      <p:sp>
        <p:nvSpPr>
          <p:cNvPr id="1048605" name="Content Placeholder 2"/>
          <p:cNvSpPr>
            <a:spLocks noGrp="1"/>
          </p:cNvSpPr>
          <p:nvPr>
            <p:ph idx="1"/>
          </p:nvPr>
        </p:nvSpPr>
        <p:spPr/>
        <p:txBody>
          <a:bodyPr/>
          <a:p>
            <a:pPr lvl="0"/>
            <a:r>
              <a:rPr altLang="zh-CN" lang="en-US" smtClean="0"/>
              <a:t>Click to edit Master text styles</a:t>
            </a:r>
          </a:p>
          <a:p>
            <a:pPr lvl="1"/>
            <a:r>
              <a:rPr altLang="zh-CN" lang="en-US" smtClean="0"/>
              <a:t>Second level</a:t>
            </a:r>
          </a:p>
          <a:p>
            <a:pPr lvl="2"/>
            <a:r>
              <a:rPr altLang="zh-CN" lang="en-US" smtClean="0"/>
              <a:t>Third level</a:t>
            </a:r>
          </a:p>
          <a:p>
            <a:pPr lvl="3"/>
            <a:r>
              <a:rPr altLang="zh-CN" lang="en-US" smtClean="0"/>
              <a:t>Fourth level</a:t>
            </a:r>
          </a:p>
          <a:p>
            <a:pPr lvl="4"/>
            <a:r>
              <a:rPr altLang="zh-CN" lang="en-US" smtClean="0"/>
              <a:t>Fifth level</a:t>
            </a:r>
            <a:endParaRPr dirty="0" lang="en-US"/>
          </a:p>
        </p:txBody>
      </p:sp>
      <p:sp>
        <p:nvSpPr>
          <p:cNvPr id="1048606" name="Date Placeholder 3"/>
          <p:cNvSpPr>
            <a:spLocks noGrp="1"/>
          </p:cNvSpPr>
          <p:nvPr>
            <p:ph type="dt" sz="half" idx="10"/>
          </p:nvPr>
        </p:nvSpPr>
        <p:spPr/>
        <p:txBody>
          <a:bodyPr/>
          <a:p>
            <a:fld id="{70BC1078-46ED-40F9-8930-935BAD7C2B02}" type="datetimeFigureOut">
              <a:rPr altLang="en-US" lang="zh-CN" smtClean="0"/>
              <a:t>2015/5/12</a:t>
            </a:fld>
            <a:endParaRPr altLang="en-US" lang="zh-CN"/>
          </a:p>
        </p:txBody>
      </p:sp>
      <p:sp>
        <p:nvSpPr>
          <p:cNvPr id="1048607" name="Footer Placeholder 4"/>
          <p:cNvSpPr>
            <a:spLocks noGrp="1"/>
          </p:cNvSpPr>
          <p:nvPr>
            <p:ph type="ftr" sz="quarter" idx="11"/>
          </p:nvPr>
        </p:nvSpPr>
        <p:spPr/>
        <p:txBody>
          <a:bodyPr/>
          <a:p>
            <a:endParaRPr altLang="en-US" lang="zh-CN"/>
          </a:p>
        </p:txBody>
      </p:sp>
      <p:sp>
        <p:nvSpPr>
          <p:cNvPr id="1048608" name="Slide Number Placeholder 5"/>
          <p:cNvSpPr>
            <a:spLocks noGrp="1"/>
          </p:cNvSpPr>
          <p:nvPr>
            <p:ph type="sldNum" sz="quarter" idx="12"/>
          </p:nvPr>
        </p:nvSpPr>
        <p:spPr/>
        <p:txBody>
          <a:bodyPr/>
          <a:p>
            <a:fld id="{D5B52ADC-5BFA-4FBD-BEE2-16096B7F4166}" type="slidenum">
              <a:rPr altLang="en-US" lang="zh-CN" smtClean="0"/>
              <a:t>‹#›</a:t>
            </a:fld>
            <a:endParaRPr altLang="en-US" lang="zh-CN"/>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1000">
        <p:wheel spokes="1"/>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secHead">
  <p:cSld name="Section Header">
    <p:spTree>
      <p:nvGrpSpPr>
        <p:cNvPr id="33" name=""/>
        <p:cNvGrpSpPr/>
        <p:nvPr/>
      </p:nvGrpSpPr>
      <p:grpSpPr>
        <a:xfrm>
          <a:off x="0" y="0"/>
          <a:ext cx="0" cy="0"/>
          <a:chOff x="0" y="0"/>
          <a:chExt cx="0" cy="0"/>
        </a:xfrm>
      </p:grpSpPr>
      <p:sp>
        <p:nvSpPr>
          <p:cNvPr id="1048620" name="Title 1"/>
          <p:cNvSpPr>
            <a:spLocks noGrp="1"/>
          </p:cNvSpPr>
          <p:nvPr>
            <p:ph type="title"/>
          </p:nvPr>
        </p:nvSpPr>
        <p:spPr>
          <a:xfrm>
            <a:off x="623888" y="1709739"/>
            <a:ext cx="7886700" cy="2852737"/>
          </a:xfrm>
        </p:spPr>
        <p:txBody>
          <a:bodyPr anchor="b"/>
          <a:lstStyle>
            <a:lvl1pPr>
              <a:defRPr sz="6000"/>
            </a:lvl1pPr>
          </a:lstStyle>
          <a:p>
            <a:r>
              <a:rPr altLang="zh-CN" lang="en-US" smtClean="0"/>
              <a:t>Click to edit Master title style</a:t>
            </a:r>
            <a:endParaRPr dirty="0" lang="en-US"/>
          </a:p>
        </p:txBody>
      </p:sp>
      <p:sp>
        <p:nvSpPr>
          <p:cNvPr id="1048621" name="Text Placeholder 2"/>
          <p:cNvSpPr>
            <a:spLocks noGrp="1"/>
          </p:cNvSpPr>
          <p:nvPr>
            <p:ph type="body" idx="1"/>
          </p:nvPr>
        </p:nvSpPr>
        <p:spPr>
          <a:xfrm>
            <a:off x="623888" y="4589464"/>
            <a:ext cx="7886700" cy="1500187"/>
          </a:xfrm>
        </p:spPr>
        <p:txBody>
          <a:bodyPr/>
          <a:lstStyle>
            <a:lvl1pPr indent="0" marL="0">
              <a:buNone/>
              <a:defRPr sz="2400">
                <a:solidFill>
                  <a:schemeClr val="tx1"/>
                </a:solidFill>
              </a:defRPr>
            </a:lvl1pPr>
            <a:lvl2pPr indent="0" marL="457200">
              <a:buNone/>
              <a:defRPr sz="2000">
                <a:solidFill>
                  <a:schemeClr val="tx1">
                    <a:tint val="75000"/>
                  </a:schemeClr>
                </a:solidFill>
              </a:defRPr>
            </a:lvl2pPr>
            <a:lvl3pPr indent="0" marL="914400">
              <a:buNone/>
              <a:defRPr sz="1800">
                <a:solidFill>
                  <a:schemeClr val="tx1">
                    <a:tint val="75000"/>
                  </a:schemeClr>
                </a:solidFill>
              </a:defRPr>
            </a:lvl3pPr>
            <a:lvl4pPr indent="0" marL="1371600">
              <a:buNone/>
              <a:defRPr sz="1600">
                <a:solidFill>
                  <a:schemeClr val="tx1">
                    <a:tint val="75000"/>
                  </a:schemeClr>
                </a:solidFill>
              </a:defRPr>
            </a:lvl4pPr>
            <a:lvl5pPr indent="0" marL="1828800">
              <a:buNone/>
              <a:defRPr sz="1600">
                <a:solidFill>
                  <a:schemeClr val="tx1">
                    <a:tint val="75000"/>
                  </a:schemeClr>
                </a:solidFill>
              </a:defRPr>
            </a:lvl5pPr>
            <a:lvl6pPr indent="0" marL="2286000">
              <a:buNone/>
              <a:defRPr sz="1600">
                <a:solidFill>
                  <a:schemeClr val="tx1">
                    <a:tint val="75000"/>
                  </a:schemeClr>
                </a:solidFill>
              </a:defRPr>
            </a:lvl6pPr>
            <a:lvl7pPr indent="0" marL="2743200">
              <a:buNone/>
              <a:defRPr sz="1600">
                <a:solidFill>
                  <a:schemeClr val="tx1">
                    <a:tint val="75000"/>
                  </a:schemeClr>
                </a:solidFill>
              </a:defRPr>
            </a:lvl7pPr>
            <a:lvl8pPr indent="0" marL="3200400">
              <a:buNone/>
              <a:defRPr sz="1600">
                <a:solidFill>
                  <a:schemeClr val="tx1">
                    <a:tint val="75000"/>
                  </a:schemeClr>
                </a:solidFill>
              </a:defRPr>
            </a:lvl8pPr>
            <a:lvl9pPr indent="0" marL="3657600">
              <a:buNone/>
              <a:defRPr sz="1600">
                <a:solidFill>
                  <a:schemeClr val="tx1">
                    <a:tint val="75000"/>
                  </a:schemeClr>
                </a:solidFill>
              </a:defRPr>
            </a:lvl9pPr>
          </a:lstStyle>
          <a:p>
            <a:pPr lvl="0"/>
            <a:r>
              <a:rPr altLang="zh-CN" lang="en-US" smtClean="0"/>
              <a:t>Click to edit Master text styles</a:t>
            </a:r>
          </a:p>
        </p:txBody>
      </p:sp>
      <p:sp>
        <p:nvSpPr>
          <p:cNvPr id="1048622" name="Date Placeholder 3"/>
          <p:cNvSpPr>
            <a:spLocks noGrp="1"/>
          </p:cNvSpPr>
          <p:nvPr>
            <p:ph type="dt" sz="half" idx="10"/>
          </p:nvPr>
        </p:nvSpPr>
        <p:spPr/>
        <p:txBody>
          <a:bodyPr/>
          <a:p>
            <a:fld id="{70BC1078-46ED-40F9-8930-935BAD7C2B02}" type="datetimeFigureOut">
              <a:rPr altLang="en-US" lang="zh-CN" smtClean="0"/>
              <a:t>2015/5/12</a:t>
            </a:fld>
            <a:endParaRPr altLang="en-US" lang="zh-CN"/>
          </a:p>
        </p:txBody>
      </p:sp>
      <p:sp>
        <p:nvSpPr>
          <p:cNvPr id="1048623" name="Footer Placeholder 4"/>
          <p:cNvSpPr>
            <a:spLocks noGrp="1"/>
          </p:cNvSpPr>
          <p:nvPr>
            <p:ph type="ftr" sz="quarter" idx="11"/>
          </p:nvPr>
        </p:nvSpPr>
        <p:spPr/>
        <p:txBody>
          <a:bodyPr/>
          <a:p>
            <a:endParaRPr altLang="en-US" lang="zh-CN"/>
          </a:p>
        </p:txBody>
      </p:sp>
      <p:sp>
        <p:nvSpPr>
          <p:cNvPr id="1048624" name="Slide Number Placeholder 5"/>
          <p:cNvSpPr>
            <a:spLocks noGrp="1"/>
          </p:cNvSpPr>
          <p:nvPr>
            <p:ph type="sldNum" sz="quarter" idx="12"/>
          </p:nvPr>
        </p:nvSpPr>
        <p:spPr/>
        <p:txBody>
          <a:bodyPr/>
          <a:p>
            <a:fld id="{D5B52ADC-5BFA-4FBD-BEE2-16096B7F4166}" type="slidenum">
              <a:rPr altLang="en-US" lang="zh-CN" smtClean="0"/>
              <a:t>‹#›</a:t>
            </a:fld>
            <a:endParaRPr altLang="en-US" lang="zh-CN"/>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1000">
        <p:wheel spokes="1"/>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34" name=""/>
        <p:cNvGrpSpPr/>
        <p:nvPr/>
      </p:nvGrpSpPr>
      <p:grpSpPr>
        <a:xfrm>
          <a:off x="0" y="0"/>
          <a:ext cx="0" cy="0"/>
          <a:chOff x="0" y="0"/>
          <a:chExt cx="0" cy="0"/>
        </a:xfrm>
      </p:grpSpPr>
      <p:sp>
        <p:nvSpPr>
          <p:cNvPr id="1048625" name="Title 1"/>
          <p:cNvSpPr>
            <a:spLocks noGrp="1"/>
          </p:cNvSpPr>
          <p:nvPr>
            <p:ph type="title"/>
          </p:nvPr>
        </p:nvSpPr>
        <p:spPr/>
        <p:txBody>
          <a:bodyPr/>
          <a:p>
            <a:r>
              <a:rPr altLang="zh-CN" lang="en-US" smtClean="0"/>
              <a:t>Click to edit Master title style</a:t>
            </a:r>
            <a:endParaRPr dirty="0" lang="en-US"/>
          </a:p>
        </p:txBody>
      </p:sp>
      <p:sp>
        <p:nvSpPr>
          <p:cNvPr id="1048626" name="Content Placeholder 2"/>
          <p:cNvSpPr>
            <a:spLocks noGrp="1"/>
          </p:cNvSpPr>
          <p:nvPr>
            <p:ph sz="half" idx="1"/>
          </p:nvPr>
        </p:nvSpPr>
        <p:spPr>
          <a:xfrm>
            <a:off x="628650" y="1825625"/>
            <a:ext cx="3886200" cy="4351338"/>
          </a:xfrm>
        </p:spPr>
        <p:txBody>
          <a:bodyPr/>
          <a:p>
            <a:pPr lvl="0"/>
            <a:r>
              <a:rPr altLang="zh-CN" lang="en-US" smtClean="0"/>
              <a:t>Click to edit Master text styles</a:t>
            </a:r>
          </a:p>
          <a:p>
            <a:pPr lvl="1"/>
            <a:r>
              <a:rPr altLang="zh-CN" lang="en-US" smtClean="0"/>
              <a:t>Second level</a:t>
            </a:r>
          </a:p>
          <a:p>
            <a:pPr lvl="2"/>
            <a:r>
              <a:rPr altLang="zh-CN" lang="en-US" smtClean="0"/>
              <a:t>Third level</a:t>
            </a:r>
          </a:p>
          <a:p>
            <a:pPr lvl="3"/>
            <a:r>
              <a:rPr altLang="zh-CN" lang="en-US" smtClean="0"/>
              <a:t>Fourth level</a:t>
            </a:r>
          </a:p>
          <a:p>
            <a:pPr lvl="4"/>
            <a:r>
              <a:rPr altLang="zh-CN" lang="en-US" smtClean="0"/>
              <a:t>Fifth level</a:t>
            </a:r>
            <a:endParaRPr dirty="0" lang="en-US"/>
          </a:p>
        </p:txBody>
      </p:sp>
      <p:sp>
        <p:nvSpPr>
          <p:cNvPr id="1048627" name="Content Placeholder 3"/>
          <p:cNvSpPr>
            <a:spLocks noGrp="1"/>
          </p:cNvSpPr>
          <p:nvPr>
            <p:ph sz="half" idx="2"/>
          </p:nvPr>
        </p:nvSpPr>
        <p:spPr>
          <a:xfrm>
            <a:off x="4629150" y="1825625"/>
            <a:ext cx="3886200" cy="4351338"/>
          </a:xfrm>
        </p:spPr>
        <p:txBody>
          <a:bodyPr/>
          <a:p>
            <a:pPr lvl="0"/>
            <a:r>
              <a:rPr altLang="zh-CN" lang="en-US" smtClean="0"/>
              <a:t>Click to edit Master text styles</a:t>
            </a:r>
          </a:p>
          <a:p>
            <a:pPr lvl="1"/>
            <a:r>
              <a:rPr altLang="zh-CN" lang="en-US" smtClean="0"/>
              <a:t>Second level</a:t>
            </a:r>
          </a:p>
          <a:p>
            <a:pPr lvl="2"/>
            <a:r>
              <a:rPr altLang="zh-CN" lang="en-US" smtClean="0"/>
              <a:t>Third level</a:t>
            </a:r>
          </a:p>
          <a:p>
            <a:pPr lvl="3"/>
            <a:r>
              <a:rPr altLang="zh-CN" lang="en-US" smtClean="0"/>
              <a:t>Fourth level</a:t>
            </a:r>
          </a:p>
          <a:p>
            <a:pPr lvl="4"/>
            <a:r>
              <a:rPr altLang="zh-CN" lang="en-US" smtClean="0"/>
              <a:t>Fifth level</a:t>
            </a:r>
            <a:endParaRPr dirty="0" lang="en-US"/>
          </a:p>
        </p:txBody>
      </p:sp>
      <p:sp>
        <p:nvSpPr>
          <p:cNvPr id="1048628" name="Date Placeholder 4"/>
          <p:cNvSpPr>
            <a:spLocks noGrp="1"/>
          </p:cNvSpPr>
          <p:nvPr>
            <p:ph type="dt" sz="half" idx="10"/>
          </p:nvPr>
        </p:nvSpPr>
        <p:spPr/>
        <p:txBody>
          <a:bodyPr/>
          <a:p>
            <a:fld id="{70BC1078-46ED-40F9-8930-935BAD7C2B02}" type="datetimeFigureOut">
              <a:rPr altLang="en-US" lang="zh-CN" smtClean="0"/>
              <a:t>2015/5/12</a:t>
            </a:fld>
            <a:endParaRPr altLang="en-US" lang="zh-CN"/>
          </a:p>
        </p:txBody>
      </p:sp>
      <p:sp>
        <p:nvSpPr>
          <p:cNvPr id="1048629" name="Footer Placeholder 5"/>
          <p:cNvSpPr>
            <a:spLocks noGrp="1"/>
          </p:cNvSpPr>
          <p:nvPr>
            <p:ph type="ftr" sz="quarter" idx="11"/>
          </p:nvPr>
        </p:nvSpPr>
        <p:spPr/>
        <p:txBody>
          <a:bodyPr/>
          <a:p>
            <a:endParaRPr altLang="en-US" lang="zh-CN"/>
          </a:p>
        </p:txBody>
      </p:sp>
      <p:sp>
        <p:nvSpPr>
          <p:cNvPr id="1048630" name="Slide Number Placeholder 6"/>
          <p:cNvSpPr>
            <a:spLocks noGrp="1"/>
          </p:cNvSpPr>
          <p:nvPr>
            <p:ph type="sldNum" sz="quarter" idx="12"/>
          </p:nvPr>
        </p:nvSpPr>
        <p:spPr/>
        <p:txBody>
          <a:bodyPr/>
          <a:p>
            <a:fld id="{D5B52ADC-5BFA-4FBD-BEE2-16096B7F4166}" type="slidenum">
              <a:rPr altLang="en-US" lang="zh-CN" smtClean="0"/>
              <a:t>‹#›</a:t>
            </a:fld>
            <a:endParaRPr altLang="en-US" lang="zh-CN"/>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1000">
        <p:wheel spokes="1"/>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Comparison">
    <p:spTree>
      <p:nvGrpSpPr>
        <p:cNvPr id="35" name=""/>
        <p:cNvGrpSpPr/>
        <p:nvPr/>
      </p:nvGrpSpPr>
      <p:grpSpPr>
        <a:xfrm>
          <a:off x="0" y="0"/>
          <a:ext cx="0" cy="0"/>
          <a:chOff x="0" y="0"/>
          <a:chExt cx="0" cy="0"/>
        </a:xfrm>
      </p:grpSpPr>
      <p:sp>
        <p:nvSpPr>
          <p:cNvPr id="1048631" name="Title 1"/>
          <p:cNvSpPr>
            <a:spLocks noGrp="1"/>
          </p:cNvSpPr>
          <p:nvPr>
            <p:ph type="title"/>
          </p:nvPr>
        </p:nvSpPr>
        <p:spPr>
          <a:xfrm>
            <a:off x="629841" y="365126"/>
            <a:ext cx="7886700" cy="1325563"/>
          </a:xfrm>
        </p:spPr>
        <p:txBody>
          <a:bodyPr/>
          <a:p>
            <a:r>
              <a:rPr altLang="zh-CN" lang="en-US" smtClean="0"/>
              <a:t>Click to edit Master title style</a:t>
            </a:r>
            <a:endParaRPr dirty="0" lang="en-US"/>
          </a:p>
        </p:txBody>
      </p:sp>
      <p:sp>
        <p:nvSpPr>
          <p:cNvPr id="1048632" name="Text Placeholder 2"/>
          <p:cNvSpPr>
            <a:spLocks noGrp="1"/>
          </p:cNvSpPr>
          <p:nvPr>
            <p:ph type="body" idx="1"/>
          </p:nvPr>
        </p:nvSpPr>
        <p:spPr>
          <a:xfrm>
            <a:off x="629842" y="1681163"/>
            <a:ext cx="3868340" cy="82391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altLang="zh-CN" lang="en-US" smtClean="0"/>
              <a:t>Click to edit Master text styles</a:t>
            </a:r>
          </a:p>
        </p:txBody>
      </p:sp>
      <p:sp>
        <p:nvSpPr>
          <p:cNvPr id="1048633" name="Content Placeholder 3"/>
          <p:cNvSpPr>
            <a:spLocks noGrp="1"/>
          </p:cNvSpPr>
          <p:nvPr>
            <p:ph sz="half" idx="2"/>
          </p:nvPr>
        </p:nvSpPr>
        <p:spPr>
          <a:xfrm>
            <a:off x="629842" y="2505075"/>
            <a:ext cx="3868340" cy="3684588"/>
          </a:xfrm>
        </p:spPr>
        <p:txBody>
          <a:bodyPr/>
          <a:p>
            <a:pPr lvl="0"/>
            <a:r>
              <a:rPr altLang="zh-CN" lang="en-US" smtClean="0"/>
              <a:t>Click to edit Master text styles</a:t>
            </a:r>
          </a:p>
          <a:p>
            <a:pPr lvl="1"/>
            <a:r>
              <a:rPr altLang="zh-CN" lang="en-US" smtClean="0"/>
              <a:t>Second level</a:t>
            </a:r>
          </a:p>
          <a:p>
            <a:pPr lvl="2"/>
            <a:r>
              <a:rPr altLang="zh-CN" lang="en-US" smtClean="0"/>
              <a:t>Third level</a:t>
            </a:r>
          </a:p>
          <a:p>
            <a:pPr lvl="3"/>
            <a:r>
              <a:rPr altLang="zh-CN" lang="en-US" smtClean="0"/>
              <a:t>Fourth level</a:t>
            </a:r>
          </a:p>
          <a:p>
            <a:pPr lvl="4"/>
            <a:r>
              <a:rPr altLang="zh-CN" lang="en-US" smtClean="0"/>
              <a:t>Fifth level</a:t>
            </a:r>
            <a:endParaRPr dirty="0" lang="en-US"/>
          </a:p>
        </p:txBody>
      </p:sp>
      <p:sp>
        <p:nvSpPr>
          <p:cNvPr id="1048634" name="Text Placeholder 4"/>
          <p:cNvSpPr>
            <a:spLocks noGrp="1"/>
          </p:cNvSpPr>
          <p:nvPr>
            <p:ph type="body" sz="quarter" idx="3"/>
          </p:nvPr>
        </p:nvSpPr>
        <p:spPr>
          <a:xfrm>
            <a:off x="4629150" y="1681163"/>
            <a:ext cx="3887391" cy="82391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altLang="zh-CN" lang="en-US" smtClean="0"/>
              <a:t>Click to edit Master text styles</a:t>
            </a:r>
          </a:p>
        </p:txBody>
      </p:sp>
      <p:sp>
        <p:nvSpPr>
          <p:cNvPr id="1048635" name="Content Placeholder 5"/>
          <p:cNvSpPr>
            <a:spLocks noGrp="1"/>
          </p:cNvSpPr>
          <p:nvPr>
            <p:ph sz="quarter" idx="4"/>
          </p:nvPr>
        </p:nvSpPr>
        <p:spPr>
          <a:xfrm>
            <a:off x="4629150" y="2505075"/>
            <a:ext cx="3887391" cy="3684588"/>
          </a:xfrm>
        </p:spPr>
        <p:txBody>
          <a:bodyPr/>
          <a:p>
            <a:pPr lvl="0"/>
            <a:r>
              <a:rPr altLang="zh-CN" lang="en-US" smtClean="0"/>
              <a:t>Click to edit Master text styles</a:t>
            </a:r>
          </a:p>
          <a:p>
            <a:pPr lvl="1"/>
            <a:r>
              <a:rPr altLang="zh-CN" lang="en-US" smtClean="0"/>
              <a:t>Second level</a:t>
            </a:r>
          </a:p>
          <a:p>
            <a:pPr lvl="2"/>
            <a:r>
              <a:rPr altLang="zh-CN" lang="en-US" smtClean="0"/>
              <a:t>Third level</a:t>
            </a:r>
          </a:p>
          <a:p>
            <a:pPr lvl="3"/>
            <a:r>
              <a:rPr altLang="zh-CN" lang="en-US" smtClean="0"/>
              <a:t>Fourth level</a:t>
            </a:r>
          </a:p>
          <a:p>
            <a:pPr lvl="4"/>
            <a:r>
              <a:rPr altLang="zh-CN" lang="en-US" smtClean="0"/>
              <a:t>Fifth level</a:t>
            </a:r>
            <a:endParaRPr dirty="0" lang="en-US"/>
          </a:p>
        </p:txBody>
      </p:sp>
      <p:sp>
        <p:nvSpPr>
          <p:cNvPr id="1048636" name="Date Placeholder 6"/>
          <p:cNvSpPr>
            <a:spLocks noGrp="1"/>
          </p:cNvSpPr>
          <p:nvPr>
            <p:ph type="dt" sz="half" idx="10"/>
          </p:nvPr>
        </p:nvSpPr>
        <p:spPr/>
        <p:txBody>
          <a:bodyPr/>
          <a:p>
            <a:fld id="{70BC1078-46ED-40F9-8930-935BAD7C2B02}" type="datetimeFigureOut">
              <a:rPr altLang="en-US" lang="zh-CN" smtClean="0"/>
              <a:t>2015/5/12</a:t>
            </a:fld>
            <a:endParaRPr altLang="en-US" lang="zh-CN"/>
          </a:p>
        </p:txBody>
      </p:sp>
      <p:sp>
        <p:nvSpPr>
          <p:cNvPr id="1048637" name="Footer Placeholder 7"/>
          <p:cNvSpPr>
            <a:spLocks noGrp="1"/>
          </p:cNvSpPr>
          <p:nvPr>
            <p:ph type="ftr" sz="quarter" idx="11"/>
          </p:nvPr>
        </p:nvSpPr>
        <p:spPr/>
        <p:txBody>
          <a:bodyPr/>
          <a:p>
            <a:endParaRPr altLang="en-US" lang="zh-CN"/>
          </a:p>
        </p:txBody>
      </p:sp>
      <p:sp>
        <p:nvSpPr>
          <p:cNvPr id="1048638" name="Slide Number Placeholder 8"/>
          <p:cNvSpPr>
            <a:spLocks noGrp="1"/>
          </p:cNvSpPr>
          <p:nvPr>
            <p:ph type="sldNum" sz="quarter" idx="12"/>
          </p:nvPr>
        </p:nvSpPr>
        <p:spPr/>
        <p:txBody>
          <a:bodyPr/>
          <a:p>
            <a:fld id="{D5B52ADC-5BFA-4FBD-BEE2-16096B7F4166}" type="slidenum">
              <a:rPr altLang="en-US" lang="zh-CN" smtClean="0"/>
              <a:t>‹#›</a:t>
            </a:fld>
            <a:endParaRPr altLang="en-US" lang="zh-CN"/>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1000">
        <p:wheel spokes="1"/>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20" name=""/>
        <p:cNvGrpSpPr/>
        <p:nvPr/>
      </p:nvGrpSpPr>
      <p:grpSpPr>
        <a:xfrm>
          <a:off x="0" y="0"/>
          <a:ext cx="0" cy="0"/>
          <a:chOff x="0" y="0"/>
          <a:chExt cx="0" cy="0"/>
        </a:xfrm>
      </p:grpSpPr>
      <p:sp>
        <p:nvSpPr>
          <p:cNvPr id="1048581" name="Title 1"/>
          <p:cNvSpPr>
            <a:spLocks noGrp="1"/>
          </p:cNvSpPr>
          <p:nvPr>
            <p:ph type="title"/>
          </p:nvPr>
        </p:nvSpPr>
        <p:spPr/>
        <p:txBody>
          <a:bodyPr/>
          <a:p>
            <a:r>
              <a:rPr altLang="zh-CN" lang="en-US" smtClean="0"/>
              <a:t>Click to edit Master title style</a:t>
            </a:r>
            <a:endParaRPr dirty="0" lang="en-US"/>
          </a:p>
        </p:txBody>
      </p:sp>
      <p:sp>
        <p:nvSpPr>
          <p:cNvPr id="1048582" name="Date Placeholder 2"/>
          <p:cNvSpPr>
            <a:spLocks noGrp="1"/>
          </p:cNvSpPr>
          <p:nvPr>
            <p:ph type="dt" sz="half" idx="10"/>
          </p:nvPr>
        </p:nvSpPr>
        <p:spPr/>
        <p:txBody>
          <a:bodyPr/>
          <a:p>
            <a:fld id="{70BC1078-46ED-40F9-8930-935BAD7C2B02}" type="datetimeFigureOut">
              <a:rPr altLang="en-US" lang="zh-CN" smtClean="0"/>
              <a:t>2015/5/12</a:t>
            </a:fld>
            <a:endParaRPr altLang="en-US" lang="zh-CN"/>
          </a:p>
        </p:txBody>
      </p:sp>
      <p:sp>
        <p:nvSpPr>
          <p:cNvPr id="1048583" name="Footer Placeholder 3"/>
          <p:cNvSpPr>
            <a:spLocks noGrp="1"/>
          </p:cNvSpPr>
          <p:nvPr>
            <p:ph type="ftr" sz="quarter" idx="11"/>
          </p:nvPr>
        </p:nvSpPr>
        <p:spPr/>
        <p:txBody>
          <a:bodyPr/>
          <a:p>
            <a:endParaRPr altLang="en-US" lang="zh-CN"/>
          </a:p>
        </p:txBody>
      </p:sp>
      <p:sp>
        <p:nvSpPr>
          <p:cNvPr id="1048584" name="Slide Number Placeholder 4"/>
          <p:cNvSpPr>
            <a:spLocks noGrp="1"/>
          </p:cNvSpPr>
          <p:nvPr>
            <p:ph type="sldNum" sz="quarter" idx="12"/>
          </p:nvPr>
        </p:nvSpPr>
        <p:spPr/>
        <p:txBody>
          <a:bodyPr/>
          <a:p>
            <a:fld id="{D5B52ADC-5BFA-4FBD-BEE2-16096B7F4166}" type="slidenum">
              <a:rPr altLang="en-US" lang="zh-CN" smtClean="0"/>
              <a:t>‹#›</a:t>
            </a:fld>
            <a:endParaRPr altLang="en-US" lang="zh-CN"/>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1000">
        <p:wheel spokes="1"/>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type="blank">
  <p:cSld name="Blank">
    <p:spTree>
      <p:nvGrpSpPr>
        <p:cNvPr id="22" name=""/>
        <p:cNvGrpSpPr/>
        <p:nvPr/>
      </p:nvGrpSpPr>
      <p:grpSpPr>
        <a:xfrm>
          <a:off x="0" y="0"/>
          <a:ext cx="0" cy="0"/>
          <a:chOff x="0" y="0"/>
          <a:chExt cx="0" cy="0"/>
        </a:xfrm>
      </p:grpSpPr>
      <p:sp>
        <p:nvSpPr>
          <p:cNvPr id="1048586" name="Date Placeholder 1"/>
          <p:cNvSpPr>
            <a:spLocks noGrp="1"/>
          </p:cNvSpPr>
          <p:nvPr>
            <p:ph type="dt" sz="half" idx="10"/>
          </p:nvPr>
        </p:nvSpPr>
        <p:spPr/>
        <p:txBody>
          <a:bodyPr/>
          <a:p>
            <a:fld id="{70BC1078-46ED-40F9-8930-935BAD7C2B02}" type="datetimeFigureOut">
              <a:rPr altLang="en-US" lang="zh-CN" smtClean="0"/>
              <a:t>2015/5/12</a:t>
            </a:fld>
            <a:endParaRPr altLang="en-US" lang="zh-CN"/>
          </a:p>
        </p:txBody>
      </p:sp>
      <p:sp>
        <p:nvSpPr>
          <p:cNvPr id="1048587" name="Footer Placeholder 2"/>
          <p:cNvSpPr>
            <a:spLocks noGrp="1"/>
          </p:cNvSpPr>
          <p:nvPr>
            <p:ph type="ftr" sz="quarter" idx="11"/>
          </p:nvPr>
        </p:nvSpPr>
        <p:spPr/>
        <p:txBody>
          <a:bodyPr/>
          <a:p>
            <a:endParaRPr altLang="en-US" lang="zh-CN"/>
          </a:p>
        </p:txBody>
      </p:sp>
      <p:sp>
        <p:nvSpPr>
          <p:cNvPr id="1048588" name="Slide Number Placeholder 3"/>
          <p:cNvSpPr>
            <a:spLocks noGrp="1"/>
          </p:cNvSpPr>
          <p:nvPr>
            <p:ph type="sldNum" sz="quarter" idx="12"/>
          </p:nvPr>
        </p:nvSpPr>
        <p:spPr/>
        <p:txBody>
          <a:bodyPr/>
          <a:p>
            <a:fld id="{D5B52ADC-5BFA-4FBD-BEE2-16096B7F4166}" type="slidenum">
              <a:rPr altLang="en-US" lang="zh-CN" smtClean="0"/>
              <a:t>‹#›</a:t>
            </a:fld>
            <a:endParaRPr altLang="en-US" lang="zh-CN"/>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1000">
        <p:wheel spokes="1"/>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type="objTx">
  <p:cSld name="Content with Caption">
    <p:spTree>
      <p:nvGrpSpPr>
        <p:cNvPr id="36" name=""/>
        <p:cNvGrpSpPr/>
        <p:nvPr/>
      </p:nvGrpSpPr>
      <p:grpSpPr>
        <a:xfrm>
          <a:off x="0" y="0"/>
          <a:ext cx="0" cy="0"/>
          <a:chOff x="0" y="0"/>
          <a:chExt cx="0" cy="0"/>
        </a:xfrm>
      </p:grpSpPr>
      <p:sp>
        <p:nvSpPr>
          <p:cNvPr id="1048639" name="Title 1"/>
          <p:cNvSpPr>
            <a:spLocks noGrp="1"/>
          </p:cNvSpPr>
          <p:nvPr>
            <p:ph type="title"/>
          </p:nvPr>
        </p:nvSpPr>
        <p:spPr>
          <a:xfrm>
            <a:off x="629841" y="457200"/>
            <a:ext cx="2949178" cy="1600200"/>
          </a:xfrm>
        </p:spPr>
        <p:txBody>
          <a:bodyPr anchor="b"/>
          <a:lstStyle>
            <a:lvl1pPr>
              <a:defRPr sz="3200"/>
            </a:lvl1pPr>
          </a:lstStyle>
          <a:p>
            <a:r>
              <a:rPr altLang="zh-CN" lang="en-US" smtClean="0"/>
              <a:t>Click to edit Master title style</a:t>
            </a:r>
            <a:endParaRPr dirty="0" lang="en-US"/>
          </a:p>
        </p:txBody>
      </p:sp>
      <p:sp>
        <p:nvSpPr>
          <p:cNvPr id="1048640"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altLang="zh-CN" lang="en-US" smtClean="0"/>
              <a:t>Click to edit Master text styles</a:t>
            </a:r>
          </a:p>
          <a:p>
            <a:pPr lvl="1"/>
            <a:r>
              <a:rPr altLang="zh-CN" lang="en-US" smtClean="0"/>
              <a:t>Second level</a:t>
            </a:r>
          </a:p>
          <a:p>
            <a:pPr lvl="2"/>
            <a:r>
              <a:rPr altLang="zh-CN" lang="en-US" smtClean="0"/>
              <a:t>Third level</a:t>
            </a:r>
          </a:p>
          <a:p>
            <a:pPr lvl="3"/>
            <a:r>
              <a:rPr altLang="zh-CN" lang="en-US" smtClean="0"/>
              <a:t>Fourth level</a:t>
            </a:r>
          </a:p>
          <a:p>
            <a:pPr lvl="4"/>
            <a:r>
              <a:rPr altLang="zh-CN" lang="en-US" smtClean="0"/>
              <a:t>Fifth level</a:t>
            </a:r>
            <a:endParaRPr dirty="0" lang="en-US"/>
          </a:p>
        </p:txBody>
      </p:sp>
      <p:sp>
        <p:nvSpPr>
          <p:cNvPr id="1048641" name="Text Placeholder 3"/>
          <p:cNvSpPr>
            <a:spLocks noGrp="1"/>
          </p:cNvSpPr>
          <p:nvPr>
            <p:ph type="body" sz="half" idx="2"/>
          </p:nvPr>
        </p:nvSpPr>
        <p:spPr>
          <a:xfrm>
            <a:off x="629841" y="2057400"/>
            <a:ext cx="2949178" cy="3811588"/>
          </a:xfrm>
        </p:spPr>
        <p:txBody>
          <a:bodyPr/>
          <a:lstStyle>
            <a:lvl1pPr indent="0" marL="0">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altLang="zh-CN" lang="en-US" smtClean="0"/>
              <a:t>Click to edit Master text styles</a:t>
            </a:r>
          </a:p>
        </p:txBody>
      </p:sp>
      <p:sp>
        <p:nvSpPr>
          <p:cNvPr id="1048642" name="Date Placeholder 4"/>
          <p:cNvSpPr>
            <a:spLocks noGrp="1"/>
          </p:cNvSpPr>
          <p:nvPr>
            <p:ph type="dt" sz="half" idx="10"/>
          </p:nvPr>
        </p:nvSpPr>
        <p:spPr/>
        <p:txBody>
          <a:bodyPr/>
          <a:p>
            <a:fld id="{70BC1078-46ED-40F9-8930-935BAD7C2B02}" type="datetimeFigureOut">
              <a:rPr altLang="en-US" lang="zh-CN" smtClean="0"/>
              <a:t>2015/5/12</a:t>
            </a:fld>
            <a:endParaRPr altLang="en-US" lang="zh-CN"/>
          </a:p>
        </p:txBody>
      </p:sp>
      <p:sp>
        <p:nvSpPr>
          <p:cNvPr id="1048643" name="Footer Placeholder 5"/>
          <p:cNvSpPr>
            <a:spLocks noGrp="1"/>
          </p:cNvSpPr>
          <p:nvPr>
            <p:ph type="ftr" sz="quarter" idx="11"/>
          </p:nvPr>
        </p:nvSpPr>
        <p:spPr/>
        <p:txBody>
          <a:bodyPr/>
          <a:p>
            <a:endParaRPr altLang="en-US" lang="zh-CN"/>
          </a:p>
        </p:txBody>
      </p:sp>
      <p:sp>
        <p:nvSpPr>
          <p:cNvPr id="1048644" name="Slide Number Placeholder 6"/>
          <p:cNvSpPr>
            <a:spLocks noGrp="1"/>
          </p:cNvSpPr>
          <p:nvPr>
            <p:ph type="sldNum" sz="quarter" idx="12"/>
          </p:nvPr>
        </p:nvSpPr>
        <p:spPr/>
        <p:txBody>
          <a:bodyPr/>
          <a:p>
            <a:fld id="{D5B52ADC-5BFA-4FBD-BEE2-16096B7F4166}" type="slidenum">
              <a:rPr altLang="en-US" lang="zh-CN" smtClean="0"/>
              <a:t>‹#›</a:t>
            </a:fld>
            <a:endParaRPr altLang="en-US" lang="zh-CN"/>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1000">
        <p:wheel spokes="1"/>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type="picTx">
  <p:cSld name="Picture with Caption">
    <p:spTree>
      <p:nvGrpSpPr>
        <p:cNvPr id="31" name=""/>
        <p:cNvGrpSpPr/>
        <p:nvPr/>
      </p:nvGrpSpPr>
      <p:grpSpPr>
        <a:xfrm>
          <a:off x="0" y="0"/>
          <a:ext cx="0" cy="0"/>
          <a:chOff x="0" y="0"/>
          <a:chExt cx="0" cy="0"/>
        </a:xfrm>
      </p:grpSpPr>
      <p:sp>
        <p:nvSpPr>
          <p:cNvPr id="1048609" name="Title 1"/>
          <p:cNvSpPr>
            <a:spLocks noGrp="1"/>
          </p:cNvSpPr>
          <p:nvPr>
            <p:ph type="title"/>
          </p:nvPr>
        </p:nvSpPr>
        <p:spPr>
          <a:xfrm>
            <a:off x="629841" y="457200"/>
            <a:ext cx="2949178" cy="1600200"/>
          </a:xfrm>
        </p:spPr>
        <p:txBody>
          <a:bodyPr anchor="b"/>
          <a:lstStyle>
            <a:lvl1pPr>
              <a:defRPr sz="3200"/>
            </a:lvl1pPr>
          </a:lstStyle>
          <a:p>
            <a:r>
              <a:rPr altLang="zh-CN" lang="en-US" smtClean="0"/>
              <a:t>Click to edit Master title style</a:t>
            </a:r>
            <a:endParaRPr dirty="0" lang="en-US"/>
          </a:p>
        </p:txBody>
      </p:sp>
      <p:sp>
        <p:nvSpPr>
          <p:cNvPr id="1048610" name="Picture Placeholder 2"/>
          <p:cNvSpPr>
            <a:spLocks noChangeAspect="1" noGrp="1"/>
          </p:cNvSpPr>
          <p:nvPr>
            <p:ph type="pic" idx="1"/>
          </p:nvPr>
        </p:nvSpPr>
        <p:spPr>
          <a:xfrm>
            <a:off x="3887391" y="987426"/>
            <a:ext cx="4629150" cy="4873625"/>
          </a:xfrm>
        </p:spPr>
        <p:txBody>
          <a:bodyPr anchor="t"/>
          <a:lstStyle>
            <a:lvl1pPr indent="0" marL="0">
              <a:buNone/>
              <a:defRPr sz="3200"/>
            </a:lvl1pPr>
            <a:lvl2pPr indent="0" marL="457200">
              <a:buNone/>
              <a:defRPr sz="2800"/>
            </a:lvl2pPr>
            <a:lvl3pPr indent="0" marL="914400">
              <a:buNone/>
              <a:defRPr sz="2400"/>
            </a:lvl3pPr>
            <a:lvl4pPr indent="0" marL="1371600">
              <a:buNone/>
              <a:defRPr sz="2000"/>
            </a:lvl4pPr>
            <a:lvl5pPr indent="0" marL="1828800">
              <a:buNone/>
              <a:defRPr sz="2000"/>
            </a:lvl5pPr>
            <a:lvl6pPr indent="0" marL="2286000">
              <a:buNone/>
              <a:defRPr sz="2000"/>
            </a:lvl6pPr>
            <a:lvl7pPr indent="0" marL="2743200">
              <a:buNone/>
              <a:defRPr sz="2000"/>
            </a:lvl7pPr>
            <a:lvl8pPr indent="0" marL="3200400">
              <a:buNone/>
              <a:defRPr sz="2000"/>
            </a:lvl8pPr>
            <a:lvl9pPr indent="0" marL="3657600">
              <a:buNone/>
              <a:defRPr sz="2000"/>
            </a:lvl9pPr>
          </a:lstStyle>
          <a:p>
            <a:r>
              <a:rPr altLang="zh-CN" lang="en-US" smtClean="0"/>
              <a:t>Click icon to add picture</a:t>
            </a:r>
            <a:endParaRPr dirty="0" lang="en-US"/>
          </a:p>
        </p:txBody>
      </p:sp>
      <p:sp>
        <p:nvSpPr>
          <p:cNvPr id="1048611" name="Text Placeholder 3"/>
          <p:cNvSpPr>
            <a:spLocks noGrp="1"/>
          </p:cNvSpPr>
          <p:nvPr>
            <p:ph type="body" sz="half" idx="2"/>
          </p:nvPr>
        </p:nvSpPr>
        <p:spPr>
          <a:xfrm>
            <a:off x="629841" y="2057400"/>
            <a:ext cx="2949178" cy="3811588"/>
          </a:xfrm>
        </p:spPr>
        <p:txBody>
          <a:bodyPr/>
          <a:lstStyle>
            <a:lvl1pPr indent="0" marL="0">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altLang="zh-CN" lang="en-US" smtClean="0"/>
              <a:t>Click to edit Master text styles</a:t>
            </a:r>
          </a:p>
        </p:txBody>
      </p:sp>
      <p:sp>
        <p:nvSpPr>
          <p:cNvPr id="1048612" name="Date Placeholder 4"/>
          <p:cNvSpPr>
            <a:spLocks noGrp="1"/>
          </p:cNvSpPr>
          <p:nvPr>
            <p:ph type="dt" sz="half" idx="10"/>
          </p:nvPr>
        </p:nvSpPr>
        <p:spPr/>
        <p:txBody>
          <a:bodyPr/>
          <a:p>
            <a:fld id="{70BC1078-46ED-40F9-8930-935BAD7C2B02}" type="datetimeFigureOut">
              <a:rPr altLang="en-US" lang="zh-CN" smtClean="0"/>
              <a:t>2015/5/12</a:t>
            </a:fld>
            <a:endParaRPr altLang="en-US" lang="zh-CN"/>
          </a:p>
        </p:txBody>
      </p:sp>
      <p:sp>
        <p:nvSpPr>
          <p:cNvPr id="1048613" name="Footer Placeholder 5"/>
          <p:cNvSpPr>
            <a:spLocks noGrp="1"/>
          </p:cNvSpPr>
          <p:nvPr>
            <p:ph type="ftr" sz="quarter" idx="11"/>
          </p:nvPr>
        </p:nvSpPr>
        <p:spPr/>
        <p:txBody>
          <a:bodyPr/>
          <a:p>
            <a:endParaRPr altLang="en-US" lang="zh-CN"/>
          </a:p>
        </p:txBody>
      </p:sp>
      <p:sp>
        <p:nvSpPr>
          <p:cNvPr id="1048614" name="Slide Number Placeholder 6"/>
          <p:cNvSpPr>
            <a:spLocks noGrp="1"/>
          </p:cNvSpPr>
          <p:nvPr>
            <p:ph type="sldNum" sz="quarter" idx="12"/>
          </p:nvPr>
        </p:nvSpPr>
        <p:spPr/>
        <p:txBody>
          <a:bodyPr/>
          <a:p>
            <a:fld id="{D5B52ADC-5BFA-4FBD-BEE2-16096B7F4166}" type="slidenum">
              <a:rPr altLang="en-US" lang="zh-CN" smtClean="0"/>
              <a:t>‹#›</a:t>
            </a:fld>
            <a:endParaRPr altLang="en-US" lang="zh-CN"/>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1000">
        <p:wheel spokes="1"/>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type="vertTx">
  <p:cSld name="Title and Vertical Text">
    <p:spTree>
      <p:nvGrpSpPr>
        <p:cNvPr id="32" name=""/>
        <p:cNvGrpSpPr/>
        <p:nvPr/>
      </p:nvGrpSpPr>
      <p:grpSpPr>
        <a:xfrm>
          <a:off x="0" y="0"/>
          <a:ext cx="0" cy="0"/>
          <a:chOff x="0" y="0"/>
          <a:chExt cx="0" cy="0"/>
        </a:xfrm>
      </p:grpSpPr>
      <p:sp>
        <p:nvSpPr>
          <p:cNvPr id="1048615" name="Title 1"/>
          <p:cNvSpPr>
            <a:spLocks noGrp="1"/>
          </p:cNvSpPr>
          <p:nvPr>
            <p:ph type="title"/>
          </p:nvPr>
        </p:nvSpPr>
        <p:spPr/>
        <p:txBody>
          <a:bodyPr/>
          <a:p>
            <a:r>
              <a:rPr altLang="zh-CN" lang="en-US" smtClean="0"/>
              <a:t>Click to edit Master title style</a:t>
            </a:r>
            <a:endParaRPr dirty="0" lang="en-US"/>
          </a:p>
        </p:txBody>
      </p:sp>
      <p:sp>
        <p:nvSpPr>
          <p:cNvPr id="1048616" name="Vertical Text Placeholder 2"/>
          <p:cNvSpPr>
            <a:spLocks noGrp="1"/>
          </p:cNvSpPr>
          <p:nvPr>
            <p:ph type="body" orient="vert" idx="1"/>
          </p:nvPr>
        </p:nvSpPr>
        <p:spPr/>
        <p:txBody>
          <a:bodyPr vert="eaVert"/>
          <a:p>
            <a:pPr lvl="0"/>
            <a:r>
              <a:rPr altLang="zh-CN" lang="en-US" smtClean="0"/>
              <a:t>Click to edit Master text styles</a:t>
            </a:r>
          </a:p>
          <a:p>
            <a:pPr lvl="1"/>
            <a:r>
              <a:rPr altLang="zh-CN" lang="en-US" smtClean="0"/>
              <a:t>Second level</a:t>
            </a:r>
          </a:p>
          <a:p>
            <a:pPr lvl="2"/>
            <a:r>
              <a:rPr altLang="zh-CN" lang="en-US" smtClean="0"/>
              <a:t>Third level</a:t>
            </a:r>
          </a:p>
          <a:p>
            <a:pPr lvl="3"/>
            <a:r>
              <a:rPr altLang="zh-CN" lang="en-US" smtClean="0"/>
              <a:t>Fourth level</a:t>
            </a:r>
          </a:p>
          <a:p>
            <a:pPr lvl="4"/>
            <a:r>
              <a:rPr altLang="zh-CN" lang="en-US" smtClean="0"/>
              <a:t>Fifth level</a:t>
            </a:r>
            <a:endParaRPr dirty="0" lang="en-US"/>
          </a:p>
        </p:txBody>
      </p:sp>
      <p:sp>
        <p:nvSpPr>
          <p:cNvPr id="1048617" name="Date Placeholder 3"/>
          <p:cNvSpPr>
            <a:spLocks noGrp="1"/>
          </p:cNvSpPr>
          <p:nvPr>
            <p:ph type="dt" sz="half" idx="10"/>
          </p:nvPr>
        </p:nvSpPr>
        <p:spPr/>
        <p:txBody>
          <a:bodyPr/>
          <a:p>
            <a:fld id="{70BC1078-46ED-40F9-8930-935BAD7C2B02}" type="datetimeFigureOut">
              <a:rPr altLang="en-US" lang="zh-CN" smtClean="0"/>
              <a:t>2015/5/12</a:t>
            </a:fld>
            <a:endParaRPr altLang="en-US" lang="zh-CN"/>
          </a:p>
        </p:txBody>
      </p:sp>
      <p:sp>
        <p:nvSpPr>
          <p:cNvPr id="1048618" name="Footer Placeholder 4"/>
          <p:cNvSpPr>
            <a:spLocks noGrp="1"/>
          </p:cNvSpPr>
          <p:nvPr>
            <p:ph type="ftr" sz="quarter" idx="11"/>
          </p:nvPr>
        </p:nvSpPr>
        <p:spPr/>
        <p:txBody>
          <a:bodyPr/>
          <a:p>
            <a:endParaRPr altLang="en-US" lang="zh-CN"/>
          </a:p>
        </p:txBody>
      </p:sp>
      <p:sp>
        <p:nvSpPr>
          <p:cNvPr id="1048619" name="Slide Number Placeholder 5"/>
          <p:cNvSpPr>
            <a:spLocks noGrp="1"/>
          </p:cNvSpPr>
          <p:nvPr>
            <p:ph type="sldNum" sz="quarter" idx="12"/>
          </p:nvPr>
        </p:nvSpPr>
        <p:spPr/>
        <p:txBody>
          <a:bodyPr/>
          <a:p>
            <a:fld id="{D5B52ADC-5BFA-4FBD-BEE2-16096B7F4166}" type="slidenum">
              <a:rPr altLang="en-US" lang="zh-CN" smtClean="0"/>
              <a:t>‹#›</a:t>
            </a:fld>
            <a:endParaRPr altLang="en-US" lang="zh-CN"/>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1000">
        <p:wheel spokes="1"/>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type="vertTitleAndTx">
  <p:cSld name="Vertical Title and Text">
    <p:spTree>
      <p:nvGrpSpPr>
        <p:cNvPr id="29" name=""/>
        <p:cNvGrpSpPr/>
        <p:nvPr/>
      </p:nvGrpSpPr>
      <p:grpSpPr>
        <a:xfrm>
          <a:off x="0" y="0"/>
          <a:ext cx="0" cy="0"/>
          <a:chOff x="0" y="0"/>
          <a:chExt cx="0" cy="0"/>
        </a:xfrm>
      </p:grpSpPr>
      <p:sp>
        <p:nvSpPr>
          <p:cNvPr id="1048599" name="Vertical Title 1"/>
          <p:cNvSpPr>
            <a:spLocks noGrp="1"/>
          </p:cNvSpPr>
          <p:nvPr>
            <p:ph type="title" orient="vert"/>
          </p:nvPr>
        </p:nvSpPr>
        <p:spPr>
          <a:xfrm>
            <a:off x="6543675" y="365125"/>
            <a:ext cx="1971675" cy="5811838"/>
          </a:xfrm>
        </p:spPr>
        <p:txBody>
          <a:bodyPr vert="eaVert"/>
          <a:p>
            <a:r>
              <a:rPr altLang="zh-CN" lang="en-US" smtClean="0"/>
              <a:t>Click to edit Master title style</a:t>
            </a:r>
            <a:endParaRPr dirty="0" lang="en-US"/>
          </a:p>
        </p:txBody>
      </p:sp>
      <p:sp>
        <p:nvSpPr>
          <p:cNvPr id="1048600" name="Vertical Text Placeholder 2"/>
          <p:cNvSpPr>
            <a:spLocks noGrp="1"/>
          </p:cNvSpPr>
          <p:nvPr>
            <p:ph type="body" orient="vert" idx="1"/>
          </p:nvPr>
        </p:nvSpPr>
        <p:spPr>
          <a:xfrm>
            <a:off x="628650" y="365125"/>
            <a:ext cx="5800725" cy="5811838"/>
          </a:xfrm>
        </p:spPr>
        <p:txBody>
          <a:bodyPr vert="eaVert"/>
          <a:p>
            <a:pPr lvl="0"/>
            <a:r>
              <a:rPr altLang="zh-CN" lang="en-US" smtClean="0"/>
              <a:t>Click to edit Master text styles</a:t>
            </a:r>
          </a:p>
          <a:p>
            <a:pPr lvl="1"/>
            <a:r>
              <a:rPr altLang="zh-CN" lang="en-US" smtClean="0"/>
              <a:t>Second level</a:t>
            </a:r>
          </a:p>
          <a:p>
            <a:pPr lvl="2"/>
            <a:r>
              <a:rPr altLang="zh-CN" lang="en-US" smtClean="0"/>
              <a:t>Third level</a:t>
            </a:r>
          </a:p>
          <a:p>
            <a:pPr lvl="3"/>
            <a:r>
              <a:rPr altLang="zh-CN" lang="en-US" smtClean="0"/>
              <a:t>Fourth level</a:t>
            </a:r>
          </a:p>
          <a:p>
            <a:pPr lvl="4"/>
            <a:r>
              <a:rPr altLang="zh-CN" lang="en-US" smtClean="0"/>
              <a:t>Fifth level</a:t>
            </a:r>
            <a:endParaRPr dirty="0" lang="en-US"/>
          </a:p>
        </p:txBody>
      </p:sp>
      <p:sp>
        <p:nvSpPr>
          <p:cNvPr id="1048601" name="Date Placeholder 3"/>
          <p:cNvSpPr>
            <a:spLocks noGrp="1"/>
          </p:cNvSpPr>
          <p:nvPr>
            <p:ph type="dt" sz="half" idx="10"/>
          </p:nvPr>
        </p:nvSpPr>
        <p:spPr/>
        <p:txBody>
          <a:bodyPr/>
          <a:p>
            <a:fld id="{70BC1078-46ED-40F9-8930-935BAD7C2B02}" type="datetimeFigureOut">
              <a:rPr altLang="en-US" lang="zh-CN" smtClean="0"/>
              <a:t>2015/5/12</a:t>
            </a:fld>
            <a:endParaRPr altLang="en-US" lang="zh-CN"/>
          </a:p>
        </p:txBody>
      </p:sp>
      <p:sp>
        <p:nvSpPr>
          <p:cNvPr id="1048602" name="Footer Placeholder 4"/>
          <p:cNvSpPr>
            <a:spLocks noGrp="1"/>
          </p:cNvSpPr>
          <p:nvPr>
            <p:ph type="ftr" sz="quarter" idx="11"/>
          </p:nvPr>
        </p:nvSpPr>
        <p:spPr/>
        <p:txBody>
          <a:bodyPr/>
          <a:p>
            <a:endParaRPr altLang="en-US" lang="zh-CN"/>
          </a:p>
        </p:txBody>
      </p:sp>
      <p:sp>
        <p:nvSpPr>
          <p:cNvPr id="1048603" name="Slide Number Placeholder 5"/>
          <p:cNvSpPr>
            <a:spLocks noGrp="1"/>
          </p:cNvSpPr>
          <p:nvPr>
            <p:ph type="sldNum" sz="quarter" idx="12"/>
          </p:nvPr>
        </p:nvSpPr>
        <p:spPr/>
        <p:txBody>
          <a:bodyPr/>
          <a:p>
            <a:fld id="{D5B52ADC-5BFA-4FBD-BEE2-16096B7F4166}" type="slidenum">
              <a:rPr altLang="en-US" lang="zh-CN" smtClean="0"/>
              <a:t>‹#›</a:t>
            </a:fld>
            <a:endParaRPr altLang="en-US" lang="zh-CN"/>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1000">
        <p:wheel spokes="1"/>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8" name=""/>
        <p:cNvGrpSpPr/>
        <p:nvPr/>
      </p:nvGrpSpPr>
      <p:grpSpPr>
        <a:xfrm>
          <a:off x="0" y="0"/>
          <a:ext cx="0" cy="0"/>
          <a:chOff x="0" y="0"/>
          <a:chExt cx="0" cy="0"/>
        </a:xfrm>
      </p:grpSpPr>
      <p:sp>
        <p:nvSpPr>
          <p:cNvPr id="1048576" name="Title Placeholder 1"/>
          <p:cNvSpPr>
            <a:spLocks noGrp="1"/>
          </p:cNvSpPr>
          <p:nvPr>
            <p:ph type="title"/>
          </p:nvPr>
        </p:nvSpPr>
        <p:spPr>
          <a:xfrm>
            <a:off x="628650" y="365126"/>
            <a:ext cx="7886700" cy="1325563"/>
          </a:xfrm>
          <a:prstGeom prst="rect"/>
        </p:spPr>
        <p:txBody>
          <a:bodyPr anchor="ctr" bIns="45720" lIns="91440" rIns="91440" rtlCol="0" tIns="45720" vert="horz">
            <a:normAutofit/>
          </a:bodyPr>
          <a:p>
            <a:r>
              <a:rPr altLang="zh-CN" lang="en-US" smtClean="0"/>
              <a:t>Click to edit Master title style</a:t>
            </a:r>
            <a:endParaRPr dirty="0" lang="en-US"/>
          </a:p>
        </p:txBody>
      </p:sp>
      <p:sp>
        <p:nvSpPr>
          <p:cNvPr id="1048577" name="Text Placeholder 2"/>
          <p:cNvSpPr>
            <a:spLocks noGrp="1"/>
          </p:cNvSpPr>
          <p:nvPr>
            <p:ph type="body" idx="1"/>
          </p:nvPr>
        </p:nvSpPr>
        <p:spPr>
          <a:xfrm>
            <a:off x="628650" y="1825625"/>
            <a:ext cx="7886700" cy="4351338"/>
          </a:xfrm>
          <a:prstGeom prst="rect"/>
        </p:spPr>
        <p:txBody>
          <a:bodyPr bIns="45720" lIns="91440" rIns="91440" rtlCol="0" tIns="45720" vert="horz">
            <a:normAutofit/>
          </a:bodyPr>
          <a:p>
            <a:pPr lvl="0"/>
            <a:r>
              <a:rPr altLang="zh-CN" lang="en-US" smtClean="0"/>
              <a:t>Click to edit Master text styles</a:t>
            </a:r>
          </a:p>
          <a:p>
            <a:pPr lvl="1"/>
            <a:r>
              <a:rPr altLang="zh-CN" lang="en-US" smtClean="0"/>
              <a:t>Second level</a:t>
            </a:r>
          </a:p>
          <a:p>
            <a:pPr lvl="2"/>
            <a:r>
              <a:rPr altLang="zh-CN" lang="en-US" smtClean="0"/>
              <a:t>Third level</a:t>
            </a:r>
          </a:p>
          <a:p>
            <a:pPr lvl="3"/>
            <a:r>
              <a:rPr altLang="zh-CN" lang="en-US" smtClean="0"/>
              <a:t>Fourth level</a:t>
            </a:r>
          </a:p>
          <a:p>
            <a:pPr lvl="4"/>
            <a:r>
              <a:rPr altLang="zh-CN" lang="en-US" smtClean="0"/>
              <a:t>Fifth level</a:t>
            </a:r>
            <a:endParaRPr dirty="0" lang="en-US"/>
          </a:p>
        </p:txBody>
      </p:sp>
      <p:sp>
        <p:nvSpPr>
          <p:cNvPr id="1048578" name="Date Placeholder 3"/>
          <p:cNvSpPr>
            <a:spLocks noGrp="1"/>
          </p:cNvSpPr>
          <p:nvPr>
            <p:ph type="dt" sz="half" idx="2"/>
          </p:nvPr>
        </p:nvSpPr>
        <p:spPr>
          <a:xfrm>
            <a:off x="628650" y="6356351"/>
            <a:ext cx="2057400" cy="365125"/>
          </a:xfrm>
          <a:prstGeom prst="rect"/>
        </p:spPr>
        <p:txBody>
          <a:bodyPr anchor="ctr" bIns="45720" lIns="91440" rIns="91440" rtlCol="0" tIns="45720" vert="horz"/>
          <a:lstStyle>
            <a:lvl1pPr algn="l">
              <a:defRPr sz="1200">
                <a:solidFill>
                  <a:schemeClr val="tx1">
                    <a:tint val="75000"/>
                  </a:schemeClr>
                </a:solidFill>
              </a:defRPr>
            </a:lvl1pPr>
          </a:lstStyle>
          <a:p>
            <a:fld id="{70BC1078-46ED-40F9-8930-935BAD7C2B02}" type="datetimeFigureOut">
              <a:rPr altLang="en-US" lang="zh-CN" smtClean="0"/>
              <a:t>2015/5/12</a:t>
            </a:fld>
            <a:endParaRPr altLang="en-US" lang="zh-CN"/>
          </a:p>
        </p:txBody>
      </p:sp>
      <p:sp>
        <p:nvSpPr>
          <p:cNvPr id="1048579" name="Footer Placeholder 4"/>
          <p:cNvSpPr>
            <a:spLocks noGrp="1"/>
          </p:cNvSpPr>
          <p:nvPr>
            <p:ph type="ftr" sz="quarter" idx="3"/>
          </p:nvPr>
        </p:nvSpPr>
        <p:spPr>
          <a:xfrm>
            <a:off x="3028950" y="6356351"/>
            <a:ext cx="3086100" cy="365125"/>
          </a:xfrm>
          <a:prstGeom prst="rect"/>
        </p:spPr>
        <p:txBody>
          <a:bodyPr anchor="ctr" bIns="45720" lIns="91440" rIns="91440" rtlCol="0" tIns="45720" vert="horz"/>
          <a:lstStyle>
            <a:lvl1pPr algn="ctr">
              <a:defRPr sz="1200">
                <a:solidFill>
                  <a:schemeClr val="tx1">
                    <a:tint val="75000"/>
                  </a:schemeClr>
                </a:solidFill>
              </a:defRPr>
            </a:lvl1pPr>
          </a:lstStyle>
          <a:p>
            <a:endParaRPr altLang="en-US" lang="zh-CN"/>
          </a:p>
        </p:txBody>
      </p:sp>
      <p:sp>
        <p:nvSpPr>
          <p:cNvPr id="1048580" name="Slide Number Placeholder 5"/>
          <p:cNvSpPr>
            <a:spLocks noGrp="1"/>
          </p:cNvSpPr>
          <p:nvPr>
            <p:ph type="sldNum" sz="quarter" idx="4"/>
          </p:nvPr>
        </p:nvSpPr>
        <p:spPr>
          <a:xfrm>
            <a:off x="6457950" y="6356351"/>
            <a:ext cx="2057400" cy="365125"/>
          </a:xfrm>
          <a:prstGeom prst="rect"/>
        </p:spPr>
        <p:txBody>
          <a:bodyPr anchor="ctr" bIns="45720" lIns="91440" rIns="91440" rtlCol="0" tIns="45720" vert="horz"/>
          <a:lstStyle>
            <a:lvl1pPr algn="r">
              <a:defRPr sz="1200">
                <a:solidFill>
                  <a:schemeClr val="tx1">
                    <a:tint val="75000"/>
                  </a:schemeClr>
                </a:solidFill>
              </a:defRPr>
            </a:lvl1pPr>
          </a:lstStyle>
          <a:p>
            <a:fld id="{D5B52ADC-5BFA-4FBD-BEE2-16096B7F4166}" type="slidenum">
              <a:rPr altLang="en-US" lang="zh-CN" smtClean="0"/>
              <a:t>‹#›</a:t>
            </a:fld>
            <a:endParaRPr altLang="en-US" lang="zh-CN"/>
          </a:p>
        </p:txBody>
      </p:sp>
    </p:spTree>
  </p:cSld>
  <p:clrMap accent1="accent1" accent2="accent2" accent3="accent3" accent4="accent4" accent5="accent5" accent6="accent6" bg1="lt1" bg2="lt2" tx1="dk1" tx2="dk2"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4="http://schemas.microsoft.com/office/powerpoint/2010/main" Requires="p14">
      <p:transition xmlns:p14="http://schemas.microsoft.com/office/powerpoint/2010/main" spd="slow" p14:dur="1000">
        <p:wheel spokes="1"/>
      </p:transition>
    </mc:Choice>
    <mc:Fallback>
      <p:transition spd="slow">
        <p:fade/>
      </p:transition>
    </mc:Fallback>
  </mc:AlternateContent>
  <p:txStyles>
    <p:titleStyle>
      <a:lvl1pPr algn="l" defTabSz="914400" eaLnBrk="1" hangingPunct="1" latinLnBrk="0" rtl="0">
        <a:lnSpc>
          <a:spcPct val="90000"/>
        </a:lnSpc>
        <a:spcBef>
          <a:spcPct val="0"/>
        </a:spcBef>
        <a:buNone/>
        <a:defRPr sz="4400" kern="1200">
          <a:solidFill>
            <a:schemeClr val="tx1"/>
          </a:solidFill>
          <a:latin typeface="+mj-lt"/>
          <a:ea typeface="+mj-ea"/>
          <a:cs typeface="+mj-cs"/>
        </a:defRPr>
      </a:lvl1pPr>
    </p:titleStyle>
    <p:bodyStyle>
      <a:lvl1pPr algn="l" defTabSz="914400" eaLnBrk="1" hangingPunct="1" indent="-228600" latinLnBrk="0" marL="228600" rtl="0">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algn="l" defTabSz="914400" eaLnBrk="1" hangingPunct="1" indent="-228600" latinLnBrk="0" marL="685800" rtl="0">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algn="l" defTabSz="914400" eaLnBrk="1" hangingPunct="1" indent="-228600" latinLnBrk="0" marL="1143000" rtl="0">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algn="l" defTabSz="914400" eaLnBrk="1" hangingPunct="1" indent="-228600" latinLnBrk="0" marL="16002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algn="l" defTabSz="914400" eaLnBrk="1" hangingPunct="1" indent="-228600" latinLnBrk="0" marL="20574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algn="l" defTabSz="914400" eaLnBrk="1" hangingPunct="1" indent="-228600" latinLnBrk="0" marL="25146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algn="l" defTabSz="914400" eaLnBrk="1" hangingPunct="1" indent="-228600" latinLnBrk="0" marL="29718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algn="l" defTabSz="914400" eaLnBrk="1" hangingPunct="1" indent="-228600" latinLnBrk="0" marL="34290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algn="l" defTabSz="914400" eaLnBrk="1" hangingPunct="1" indent="-228600" latinLnBrk="0" marL="38862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image" Target="../media/image6.jpeg"/><Relationship Id="rId2" Type="http://schemas.openxmlformats.org/officeDocument/2006/relationships/image" Target="../media/image7.jpeg"/><Relationship Id="rId3"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image" Target="../media/image8.jpeg"/><Relationship Id="rId2" Type="http://schemas.openxmlformats.org/officeDocument/2006/relationships/image" Target="../media/image9.jpeg"/><Relationship Id="rId3"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image" Target="../media/image10.jpeg"/><Relationship Id="rId2" Type="http://schemas.openxmlformats.org/officeDocument/2006/relationships/image" Target="../media/image11.jpeg"/><Relationship Id="rId3"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D5CD"/>
        </a:solidFill>
      </p:bgPr>
    </p:bg>
    <p:spTree>
      <p:nvGrpSpPr>
        <p:cNvPr id="21" name=""/>
        <p:cNvGrpSpPr/>
        <p:nvPr/>
      </p:nvGrpSpPr>
      <p:grpSpPr>
        <a:xfrm>
          <a:off x="0" y="0"/>
          <a:ext cx="0" cy="0"/>
          <a:chOff x="0" y="0"/>
          <a:chExt cx="0" cy="0"/>
        </a:xfrm>
      </p:grpSpPr>
      <p:sp>
        <p:nvSpPr>
          <p:cNvPr id="1048585" name=""/>
          <p:cNvSpPr>
            <a:spLocks noGrp="1"/>
          </p:cNvSpPr>
          <p:nvPr>
            <p:ph type="title"/>
          </p:nvPr>
        </p:nvSpPr>
        <p:spPr>
          <a:xfrm>
            <a:off x="2438033" y="2221299"/>
            <a:ext cx="7886700" cy="1325563"/>
          </a:xfrm>
        </p:spPr>
        <p:txBody>
          <a:bodyPr>
            <a:normAutofit fontScale="90000"/>
          </a:bodyPr>
          <a:p>
            <a:r>
              <a:rPr lang="en-US"/>
              <a:t> </a:t>
            </a:r>
            <a:r>
              <a:rPr lang="en-US"/>
              <a:t> </a:t>
            </a:r>
            <a:r>
              <a:rPr lang="en-US"/>
              <a:t> </a:t>
            </a:r>
            <a:r>
              <a:rPr lang="en-US"/>
              <a:t> </a:t>
            </a:r>
            <a:r>
              <a:rPr lang="en-US"/>
              <a:t> </a:t>
            </a:r>
            <a:r>
              <a:rPr lang="en-US"/>
              <a:t> </a:t>
            </a:r>
            <a:r>
              <a:rPr lang="en-US"/>
              <a:t>G</a:t>
            </a:r>
            <a:r>
              <a:rPr lang="en-US"/>
              <a:t>R</a:t>
            </a:r>
            <a:r>
              <a:rPr lang="en-US"/>
              <a:t>O</a:t>
            </a:r>
            <a:r>
              <a:rPr lang="en-US"/>
              <a:t>U</a:t>
            </a:r>
            <a:r>
              <a:rPr lang="en-US"/>
              <a:t>P</a:t>
            </a:r>
            <a:r>
              <a:rPr lang="en-US"/>
              <a:t> </a:t>
            </a:r>
            <a:r>
              <a:rPr lang="en-US"/>
              <a:t>5</a:t>
            </a:r>
            <a:br>
              <a:rPr lang="en-US"/>
            </a:br>
            <a:br>
              <a:rPr lang="en-US"/>
            </a:br>
            <a:r>
              <a:rPr lang="en-US"/>
              <a:t>D</a:t>
            </a:r>
            <a:r>
              <a:rPr lang="en-US"/>
              <a:t>O</a:t>
            </a:r>
            <a:r>
              <a:rPr lang="en-US"/>
              <a:t>C</a:t>
            </a:r>
            <a:r>
              <a:rPr lang="en-US"/>
              <a:t>U</a:t>
            </a:r>
            <a:r>
              <a:rPr lang="en-US"/>
              <a:t>M</a:t>
            </a:r>
            <a:r>
              <a:rPr lang="en-US"/>
              <a:t>E</a:t>
            </a:r>
            <a:r>
              <a:rPr lang="en-US"/>
              <a:t>N</a:t>
            </a:r>
            <a:r>
              <a:rPr lang="en-US"/>
              <a:t>T</a:t>
            </a:r>
            <a:r>
              <a:rPr lang="en-US"/>
              <a:t>A</a:t>
            </a:r>
            <a:r>
              <a:rPr lang="en-US"/>
              <a:t>T</a:t>
            </a:r>
            <a:r>
              <a:rPr lang="en-US"/>
              <a:t>I</a:t>
            </a:r>
            <a:r>
              <a:rPr lang="en-US"/>
              <a:t>O</a:t>
            </a:r>
            <a:r>
              <a:rPr lang="en-US"/>
              <a:t>N</a:t>
            </a:r>
            <a:endParaRPr lang="en-PH"/>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1000">
        <p:wheel spokes="1"/>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D5CD"/>
        </a:solidFill>
      </p:bgPr>
    </p:bg>
    <p:spTree>
      <p:nvGrpSpPr>
        <p:cNvPr id="23" name=""/>
        <p:cNvGrpSpPr/>
        <p:nvPr/>
      </p:nvGrpSpPr>
      <p:grpSpPr>
        <a:xfrm>
          <a:off x="0" y="0"/>
          <a:ext cx="0" cy="0"/>
          <a:chOff x="0" y="0"/>
          <a:chExt cx="0" cy="0"/>
        </a:xfrm>
      </p:grpSpPr>
      <p:pic>
        <p:nvPicPr>
          <p:cNvPr id="2097152" name=""/>
          <p:cNvPicPr>
            <a:picLocks/>
          </p:cNvPicPr>
          <p:nvPr/>
        </p:nvPicPr>
        <p:blipFill>
          <a:blip xmlns:r="http://schemas.openxmlformats.org/officeDocument/2006/relationships" r:embed="rId1"/>
          <a:stretch>
            <a:fillRect/>
          </a:stretch>
        </p:blipFill>
        <p:spPr>
          <a:xfrm rot="0">
            <a:off x="5543313" y="451368"/>
            <a:ext cx="3214355" cy="5318630"/>
          </a:xfrm>
          <a:prstGeom prst="rect"/>
        </p:spPr>
      </p:pic>
      <p:sp>
        <p:nvSpPr>
          <p:cNvPr id="1048589" name=""/>
          <p:cNvSpPr txBox="1"/>
          <p:nvPr/>
        </p:nvSpPr>
        <p:spPr>
          <a:xfrm>
            <a:off x="287055" y="297958"/>
            <a:ext cx="4572000" cy="6377940"/>
          </a:xfrm>
          <a:prstGeom prst="rect"/>
        </p:spPr>
        <p:txBody>
          <a:bodyPr rtlCol="0" wrap="square">
            <a:spAutoFit/>
          </a:bodyPr>
          <a:p>
            <a:r>
              <a:rPr sz="2800" lang="en-PH">
                <a:solidFill>
                  <a:srgbClr val="000000"/>
                </a:solidFill>
              </a:rPr>
              <a:t>‎DAY 1</a:t>
            </a:r>
            <a:endParaRPr sz="2800" lang="en-PH">
              <a:solidFill>
                <a:srgbClr val="000000"/>
              </a:solidFill>
            </a:endParaRPr>
          </a:p>
          <a:p>
            <a:r>
              <a:rPr sz="2800" lang="en-PH">
                <a:solidFill>
                  <a:srgbClr val="000000"/>
                </a:solidFill>
              </a:rPr>
              <a:t>‎</a:t>
            </a:r>
            <a:endParaRPr sz="2800" lang="en-PH">
              <a:solidFill>
                <a:srgbClr val="000000"/>
              </a:solidFill>
            </a:endParaRPr>
          </a:p>
          <a:p>
            <a:r>
              <a:rPr sz="2800" lang="en-PH">
                <a:solidFill>
                  <a:srgbClr val="000000"/>
                </a:solidFill>
              </a:rPr>
              <a:t>‎Kami ay nag-iisip kung ano pa ang mga app na pwede naming gawin hanggang sa nag decide na kami na gawin na lang ang Emergency Locator App, kung saan nanood kami tutorial sa YouTube para malaman kung pano sya icode and paano rin simulan ang app para magkaroon kami ng mga idea. </a:t>
            </a:r>
            <a:endParaRPr sz="2800" lang="en-PH">
              <a:solidFill>
                <a:srgbClr val="000000"/>
              </a:solidFill>
            </a:endParaRP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1000">
        <p:wheel spokes="1"/>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D5CD"/>
        </a:solidFill>
      </p:bgPr>
    </p:bg>
    <p:spTree>
      <p:nvGrpSpPr>
        <p:cNvPr id="24" name=""/>
        <p:cNvGrpSpPr/>
        <p:nvPr/>
      </p:nvGrpSpPr>
      <p:grpSpPr>
        <a:xfrm>
          <a:off x="0" y="0"/>
          <a:ext cx="0" cy="0"/>
          <a:chOff x="0" y="0"/>
          <a:chExt cx="0" cy="0"/>
        </a:xfrm>
      </p:grpSpPr>
      <p:pic>
        <p:nvPicPr>
          <p:cNvPr id="2097153" name=""/>
          <p:cNvPicPr>
            <a:picLocks/>
          </p:cNvPicPr>
          <p:nvPr/>
        </p:nvPicPr>
        <p:blipFill>
          <a:blip xmlns:r="http://schemas.openxmlformats.org/officeDocument/2006/relationships" r:embed="rId1"/>
          <a:stretch>
            <a:fillRect/>
          </a:stretch>
        </p:blipFill>
        <p:spPr>
          <a:xfrm rot="0">
            <a:off x="6264095" y="375146"/>
            <a:ext cx="2354424" cy="5165967"/>
          </a:xfrm>
          <a:prstGeom prst="rect"/>
        </p:spPr>
      </p:pic>
      <p:sp>
        <p:nvSpPr>
          <p:cNvPr id="1048590" name=""/>
          <p:cNvSpPr txBox="1"/>
          <p:nvPr/>
        </p:nvSpPr>
        <p:spPr>
          <a:xfrm>
            <a:off x="172170" y="375146"/>
            <a:ext cx="4572000" cy="3863340"/>
          </a:xfrm>
          <a:prstGeom prst="rect"/>
        </p:spPr>
        <p:txBody>
          <a:bodyPr rtlCol="0" wrap="square">
            <a:spAutoFit/>
          </a:bodyPr>
          <a:p>
            <a:r>
              <a:rPr sz="2800" lang="en-PH">
                <a:solidFill>
                  <a:srgbClr val="000000"/>
                </a:solidFill>
              </a:rPr>
              <a:t>‎DAY 2
‎
‎Kami ang nag meeting ulit at sinimulan na namin gawin ang first part ng coding which is ang login page gayon din eh mag search pa ng mga ideas na pwedeng idagdag pa</a:t>
            </a:r>
            <a:endParaRPr sz="2800" lang="en-PH">
              <a:solidFill>
                <a:srgbClr val="000000"/>
              </a:solidFill>
            </a:endParaRP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1000">
        <p:wheel spokes="1"/>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D5CD"/>
        </a:solidFill>
      </p:bgPr>
    </p:bg>
    <p:spTree>
      <p:nvGrpSpPr>
        <p:cNvPr id="25" name=""/>
        <p:cNvGrpSpPr/>
        <p:nvPr/>
      </p:nvGrpSpPr>
      <p:grpSpPr>
        <a:xfrm>
          <a:off x="0" y="0"/>
          <a:ext cx="0" cy="0"/>
          <a:chOff x="0" y="0"/>
          <a:chExt cx="0" cy="0"/>
        </a:xfrm>
      </p:grpSpPr>
      <p:pic>
        <p:nvPicPr>
          <p:cNvPr id="2097154" name=""/>
          <p:cNvPicPr>
            <a:picLocks/>
          </p:cNvPicPr>
          <p:nvPr/>
        </p:nvPicPr>
        <p:blipFill>
          <a:blip xmlns:r="http://schemas.openxmlformats.org/officeDocument/2006/relationships" r:embed="rId1"/>
          <a:stretch>
            <a:fillRect/>
          </a:stretch>
        </p:blipFill>
        <p:spPr>
          <a:xfrm rot="0">
            <a:off x="5989806" y="285140"/>
            <a:ext cx="2634879" cy="5781330"/>
          </a:xfrm>
          <a:prstGeom prst="rect"/>
        </p:spPr>
      </p:pic>
      <p:sp>
        <p:nvSpPr>
          <p:cNvPr id="1048591" name=""/>
          <p:cNvSpPr txBox="1"/>
          <p:nvPr/>
        </p:nvSpPr>
        <p:spPr>
          <a:xfrm rot="21589918">
            <a:off x="134407" y="196386"/>
            <a:ext cx="5246827" cy="5958842"/>
          </a:xfrm>
          <a:prstGeom prst="rect"/>
        </p:spPr>
        <p:txBody>
          <a:bodyPr rtlCol="0" wrap="square">
            <a:spAutoFit/>
          </a:bodyPr>
          <a:p>
            <a:r>
              <a:rPr sz="2800" lang="en-PH">
                <a:solidFill>
                  <a:srgbClr val="000000"/>
                </a:solidFill>
              </a:rPr>
              <a:t>DAY 3
‎
‎Pinagtulungan namin isipan at icode ang main interface and trinouble shoot pa ang mga nageerrors dahil nagkaroon ng mga errors sa current code and hinanap pa namin ito sa youtube at humingi na rin kami ng tulong kay AI. At inayos din ang Map na ginagamit at ang Gps para mailagyan ng mga facilities options at para makita rin ang design</a:t>
            </a:r>
            <a:endParaRPr sz="2800" lang="en-PH">
              <a:solidFill>
                <a:srgbClr val="000000"/>
              </a:solidFill>
            </a:endParaRP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1000">
        <p:wheel spokes="1"/>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D5CD"/>
        </a:solidFill>
      </p:bgPr>
    </p:bg>
    <p:spTree>
      <p:nvGrpSpPr>
        <p:cNvPr id="26" name=""/>
        <p:cNvGrpSpPr/>
        <p:nvPr/>
      </p:nvGrpSpPr>
      <p:grpSpPr>
        <a:xfrm>
          <a:off x="0" y="0"/>
          <a:ext cx="0" cy="0"/>
          <a:chOff x="0" y="0"/>
          <a:chExt cx="0" cy="0"/>
        </a:xfrm>
      </p:grpSpPr>
      <p:pic>
        <p:nvPicPr>
          <p:cNvPr id="2097155" name=""/>
          <p:cNvPicPr>
            <a:picLocks/>
          </p:cNvPicPr>
          <p:nvPr/>
        </p:nvPicPr>
        <p:blipFill>
          <a:blip xmlns:r="http://schemas.openxmlformats.org/officeDocument/2006/relationships" r:embed="rId1"/>
          <a:srcRect l="9101" t="0" r="0" b="0"/>
          <a:stretch>
            <a:fillRect/>
          </a:stretch>
        </p:blipFill>
        <p:spPr>
          <a:xfrm rot="0">
            <a:off x="4978902" y="1673180"/>
            <a:ext cx="3046801" cy="3879375"/>
          </a:xfrm>
          <a:prstGeom prst="rect"/>
        </p:spPr>
      </p:pic>
      <p:sp>
        <p:nvSpPr>
          <p:cNvPr id="1048592" name=""/>
          <p:cNvSpPr txBox="1"/>
          <p:nvPr/>
        </p:nvSpPr>
        <p:spPr>
          <a:xfrm>
            <a:off x="291330" y="868679"/>
            <a:ext cx="4423793" cy="5120640"/>
          </a:xfrm>
          <a:prstGeom prst="rect"/>
        </p:spPr>
        <p:txBody>
          <a:bodyPr rtlCol="0" wrap="square">
            <a:spAutoFit/>
          </a:bodyPr>
          <a:p>
            <a:r>
              <a:rPr sz="2800" lang="en-PH">
                <a:solidFill>
                  <a:srgbClr val="000000"/>
                </a:solidFill>
              </a:rPr>
              <a:t>‎Day 4
‎
‎Inisip namin kung ano pa ang mga idadagdag bukod sa mga options na mga facilities at naisipan namin na dagdagan pa ng mga ibang features, katulad ng permission sa location ng user, saved location, contact number, etc.</a:t>
            </a:r>
            <a:endParaRPr sz="2800" lang="en-PH">
              <a:solidFill>
                <a:srgbClr val="000000"/>
              </a:solidFill>
            </a:endParaRP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1000">
        <p:wheel spokes="1"/>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D5CD"/>
        </a:solidFill>
      </p:bgPr>
    </p:bg>
    <p:spTree>
      <p:nvGrpSpPr>
        <p:cNvPr id="27" name=""/>
        <p:cNvGrpSpPr/>
        <p:nvPr/>
      </p:nvGrpSpPr>
      <p:grpSpPr>
        <a:xfrm>
          <a:off x="0" y="0"/>
          <a:ext cx="0" cy="0"/>
          <a:chOff x="0" y="0"/>
          <a:chExt cx="0" cy="0"/>
        </a:xfrm>
      </p:grpSpPr>
      <p:pic>
        <p:nvPicPr>
          <p:cNvPr id="2097156" name=""/>
          <p:cNvPicPr>
            <a:picLocks/>
          </p:cNvPicPr>
          <p:nvPr/>
        </p:nvPicPr>
        <p:blipFill>
          <a:blip xmlns:r="http://schemas.openxmlformats.org/officeDocument/2006/relationships" r:embed="rId1"/>
          <a:stretch>
            <a:fillRect/>
          </a:stretch>
        </p:blipFill>
        <p:spPr>
          <a:xfrm>
            <a:off x="2830979" y="4763486"/>
            <a:ext cx="4563837" cy="2034848"/>
          </a:xfrm>
          <a:prstGeom prst="rect"/>
        </p:spPr>
      </p:pic>
      <p:sp>
        <p:nvSpPr>
          <p:cNvPr id="1048593" name=""/>
          <p:cNvSpPr txBox="1"/>
          <p:nvPr/>
        </p:nvSpPr>
        <p:spPr>
          <a:xfrm>
            <a:off x="138094" y="84452"/>
            <a:ext cx="7871467" cy="5120640"/>
          </a:xfrm>
          <a:prstGeom prst="rect"/>
        </p:spPr>
        <p:txBody>
          <a:bodyPr rtlCol="0" wrap="square">
            <a:spAutoFit/>
          </a:bodyPr>
          <a:p>
            <a:r>
              <a:rPr sz="2800" lang="en-PH">
                <a:solidFill>
                  <a:srgbClr val="000000"/>
                </a:solidFill>
              </a:rPr>
              <a:t>DAY 5
‎
‎Amin ng inayos ang iba pang mga errors sa app dahil nagkaroon ng difficulty ang isang laptop kaya inilipat namin sa isang laptop, at inayos pa namin ulit, at kahit inabot na ng dilim ay agad din itong naayos at na irun din namin, kung saan kami rin ay nag gawa na ng ppt, scripts at inaral, ni review namin ang app, at nagmeeting na rin kung paano ang magiging flow nito para sa gaganapin ng presentation.</a:t>
            </a:r>
            <a:endParaRPr sz="2800" lang="en-PH">
              <a:solidFill>
                <a:srgbClr val="000000"/>
              </a:solidFill>
            </a:endParaRP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1000">
        <p:wheel spokes="1"/>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D5CD"/>
        </a:solidFill>
      </p:bgPr>
    </p:bg>
    <p:spTree>
      <p:nvGrpSpPr>
        <p:cNvPr id="38" name=""/>
        <p:cNvGrpSpPr/>
        <p:nvPr/>
      </p:nvGrpSpPr>
      <p:grpSpPr>
        <a:xfrm>
          <a:off x="0" y="0"/>
          <a:ext cx="0" cy="0"/>
          <a:chOff x="0" y="0"/>
          <a:chExt cx="0" cy="0"/>
        </a:xfrm>
      </p:grpSpPr>
      <p:pic>
        <p:nvPicPr>
          <p:cNvPr id="2097157" name=""/>
          <p:cNvPicPr>
            <a:picLocks/>
          </p:cNvPicPr>
          <p:nvPr/>
        </p:nvPicPr>
        <p:blipFill>
          <a:blip xmlns:r="http://schemas.openxmlformats.org/officeDocument/2006/relationships" r:embed="rId1"/>
          <a:stretch>
            <a:fillRect/>
          </a:stretch>
        </p:blipFill>
        <p:spPr>
          <a:xfrm rot="0">
            <a:off x="361771" y="378977"/>
            <a:ext cx="3501234" cy="6100044"/>
          </a:xfrm>
          <a:prstGeom prst="rect"/>
        </p:spPr>
      </p:pic>
      <p:pic>
        <p:nvPicPr>
          <p:cNvPr id="2097158" name=""/>
          <p:cNvPicPr>
            <a:picLocks/>
          </p:cNvPicPr>
          <p:nvPr/>
        </p:nvPicPr>
        <p:blipFill>
          <a:blip xmlns:r="http://schemas.openxmlformats.org/officeDocument/2006/relationships" r:embed="rId2"/>
          <a:stretch>
            <a:fillRect/>
          </a:stretch>
        </p:blipFill>
        <p:spPr>
          <a:xfrm rot="0">
            <a:off x="4677475" y="354154"/>
            <a:ext cx="4095236" cy="6139694"/>
          </a:xfrm>
          <a:prstGeom prst="rect"/>
        </p:spPr>
      </p:pic>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1000">
        <p:wheel spokes="1"/>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D5CD"/>
        </a:solidFill>
      </p:bgPr>
    </p:bg>
    <p:spTree>
      <p:nvGrpSpPr>
        <p:cNvPr id="39" name=""/>
        <p:cNvGrpSpPr/>
        <p:nvPr/>
      </p:nvGrpSpPr>
      <p:grpSpPr>
        <a:xfrm>
          <a:off x="0" y="0"/>
          <a:ext cx="0" cy="0"/>
          <a:chOff x="0" y="0"/>
          <a:chExt cx="0" cy="0"/>
        </a:xfrm>
      </p:grpSpPr>
      <p:pic>
        <p:nvPicPr>
          <p:cNvPr id="2097159" name=""/>
          <p:cNvPicPr>
            <a:picLocks/>
          </p:cNvPicPr>
          <p:nvPr/>
        </p:nvPicPr>
        <p:blipFill>
          <a:blip xmlns:r="http://schemas.openxmlformats.org/officeDocument/2006/relationships" r:embed="rId1"/>
          <a:stretch>
            <a:fillRect/>
          </a:stretch>
        </p:blipFill>
        <p:spPr>
          <a:xfrm rot="0">
            <a:off x="457021" y="799372"/>
            <a:ext cx="3936276" cy="5657733"/>
          </a:xfrm>
          <a:prstGeom prst="rect"/>
        </p:spPr>
      </p:pic>
      <p:pic>
        <p:nvPicPr>
          <p:cNvPr id="2097160" name=""/>
          <p:cNvPicPr>
            <a:picLocks/>
          </p:cNvPicPr>
          <p:nvPr/>
        </p:nvPicPr>
        <p:blipFill>
          <a:blip xmlns:r="http://schemas.openxmlformats.org/officeDocument/2006/relationships" r:embed="rId2"/>
          <a:stretch>
            <a:fillRect/>
          </a:stretch>
        </p:blipFill>
        <p:spPr>
          <a:xfrm rot="0">
            <a:off x="4903778" y="599770"/>
            <a:ext cx="3936276" cy="5837806"/>
          </a:xfrm>
          <a:prstGeom prst="rect"/>
        </p:spPr>
      </p:pic>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1000">
        <p:wheel spokes="1"/>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D5CD"/>
        </a:solidFill>
      </p:bgPr>
    </p:bg>
    <p:spTree>
      <p:nvGrpSpPr>
        <p:cNvPr id="40" name=""/>
        <p:cNvGrpSpPr/>
        <p:nvPr/>
      </p:nvGrpSpPr>
      <p:grpSpPr>
        <a:xfrm>
          <a:off x="0" y="0"/>
          <a:ext cx="0" cy="0"/>
          <a:chOff x="0" y="0"/>
          <a:chExt cx="0" cy="0"/>
        </a:xfrm>
      </p:grpSpPr>
      <p:pic>
        <p:nvPicPr>
          <p:cNvPr id="2097161" name=""/>
          <p:cNvPicPr>
            <a:picLocks/>
          </p:cNvPicPr>
          <p:nvPr/>
        </p:nvPicPr>
        <p:blipFill>
          <a:blip xmlns:r="http://schemas.openxmlformats.org/officeDocument/2006/relationships" r:embed="rId1"/>
          <a:stretch>
            <a:fillRect/>
          </a:stretch>
        </p:blipFill>
        <p:spPr>
          <a:xfrm rot="0">
            <a:off x="482691" y="580569"/>
            <a:ext cx="3936276" cy="5960944"/>
          </a:xfrm>
          <a:prstGeom prst="rect"/>
        </p:spPr>
      </p:pic>
      <p:pic>
        <p:nvPicPr>
          <p:cNvPr id="2097162" name=""/>
          <p:cNvPicPr>
            <a:picLocks/>
          </p:cNvPicPr>
          <p:nvPr/>
        </p:nvPicPr>
        <p:blipFill>
          <a:blip xmlns:r="http://schemas.openxmlformats.org/officeDocument/2006/relationships" r:embed="rId2"/>
          <a:stretch>
            <a:fillRect/>
          </a:stretch>
        </p:blipFill>
        <p:spPr>
          <a:xfrm rot="0">
            <a:off x="4832081" y="580569"/>
            <a:ext cx="3936276" cy="5962269"/>
          </a:xfrm>
          <a:prstGeom prst="rect"/>
        </p:spPr>
      </p:pic>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1000">
        <p:wheel spokes="1"/>
      </p:transition>
    </mc:Choice>
    <mc:Fallback>
      <p:transition spd="slow">
        <p:fade/>
      </p:transition>
    </mc:Fallback>
  </mc:AlternateContent>
</p:sld>
</file>

<file path=ppt/theme/theme1.xml><?xml version="1.0" encoding="utf-8"?>
<a:theme xmlns:a="http://schemas.openxmlformats.org/drawingml/2006/main" name="Office Theme">
  <a:themeElements>
    <a:clrScheme name="Office Them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2.xml><?xml version="1.0" encoding="utf-8"?>
<a:theme xmlns:a="http://schemas.openxmlformats.org/drawingml/2006/main" name="Office 主题">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Application>WPS Office</Application>
  <ScaleCrop>0</ScaleCrop>
  <LinksUpToDate>0</LinksUpToDate>
  <AppVersion>15.0000</AppVersion>
</Properties>
</file>

<file path=docProps/core.xml><?xml version="1.0" encoding="utf-8"?>
<cp:coreProperties xmlns:cp="http://schemas.openxmlformats.org/package/2006/metadata/core-properties" xmlns:dc="http://purl.org/dc/elements/1.1/" xmlns:dcterms="http://purl.org/dc/terms/" xmlns:xsi="http://www.w3.org/2001/XMLSchema-instance">
  <dc:creator>SLG-W09</dc:creator>
  <dcterms:created xsi:type="dcterms:W3CDTF">2015-05-11T01:30:45Z</dcterms:created>
  <dcterms:modified xsi:type="dcterms:W3CDTF">2026-10-25T05:25:13Z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c456cf1d2a754840876a6fc39fad8786_21</vt:lpwstr>
  </property>
</Properties>
</file>